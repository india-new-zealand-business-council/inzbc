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bb92e4fabd64fed" /><Relationship Type="http://schemas.openxmlformats.org/officeDocument/2006/relationships/extended-properties" Target="/docProps/app.xml" Id="Rb8c1e1f7d91b41a9" /><Relationship Type="http://schemas.openxmlformats.org/officeDocument/2006/relationships/officeDocument" Target="/ppt/presentation.xml" Id="R4caf7a2ab255457f" /></Relationships>
</file>

<file path=ppt/presentation.xml><?xml version="1.0" encoding="utf-8"?>
<p:presentation xmlns:p="http://schemas.openxmlformats.org/presentationml/2006/main">
  <p:sldMasterIdLst>
    <p:sldMasterId xmlns:r="http://schemas.openxmlformats.org/officeDocument/2006/relationships" id="2147483648" r:id="R69d317279c454fae"/>
  </p:sldMasterIdLst>
  <p:notesMasterIdLst>
    <p:notesMasterId xmlns:r="http://schemas.openxmlformats.org/officeDocument/2006/relationships" r:id="Rd5524c4b65d44925"/>
  </p:notesMasterIdLst>
  <p:sldIdLst>
    <p:sldId xmlns:r="http://schemas.openxmlformats.org/officeDocument/2006/relationships" id="256" r:id="Rd0bbf8aff1c5471e"/>
    <p:sldId xmlns:r="http://schemas.openxmlformats.org/officeDocument/2006/relationships" id="257" r:id="R228973b0766d4186"/>
    <p:sldId xmlns:r="http://schemas.openxmlformats.org/officeDocument/2006/relationships" id="258" r:id="R4e44902f4b9a4492"/>
    <p:sldId xmlns:r="http://schemas.openxmlformats.org/officeDocument/2006/relationships" id="259" r:id="R22b1e4a20f7248e3"/>
    <p:sldId xmlns:r="http://schemas.openxmlformats.org/officeDocument/2006/relationships" id="260" r:id="Reb094e3f031444a0"/>
    <p:sldId xmlns:r="http://schemas.openxmlformats.org/officeDocument/2006/relationships" id="261" r:id="R71114d253abc411e"/>
    <p:sldId xmlns:r="http://schemas.openxmlformats.org/officeDocument/2006/relationships" id="262" r:id="R774839f5ddc94014"/>
    <p:sldId xmlns:r="http://schemas.openxmlformats.org/officeDocument/2006/relationships" id="263" r:id="R865701383caa48dd"/>
    <p:sldId xmlns:r="http://schemas.openxmlformats.org/officeDocument/2006/relationships" id="264" r:id="R2b43608f436c4fcf"/>
    <p:sldId xmlns:r="http://schemas.openxmlformats.org/officeDocument/2006/relationships" id="265" r:id="Ra5a9bc3baeea4d75"/>
    <p:sldId xmlns:r="http://schemas.openxmlformats.org/officeDocument/2006/relationships" id="266" r:id="Rc3cc645ec5f24ead"/>
    <p:sldId xmlns:r="http://schemas.openxmlformats.org/officeDocument/2006/relationships" id="267" r:id="R206fee5e257247af"/>
    <p:sldId xmlns:r="http://schemas.openxmlformats.org/officeDocument/2006/relationships" id="268" r:id="R021ee4efcad6472d"/>
    <p:sldId xmlns:r="http://schemas.openxmlformats.org/officeDocument/2006/relationships" id="269" r:id="R1a9c195a246a426b"/>
    <p:sldId xmlns:r="http://schemas.openxmlformats.org/officeDocument/2006/relationships" id="270" r:id="Rc41562986a754d03"/>
    <p:sldId xmlns:r="http://schemas.openxmlformats.org/officeDocument/2006/relationships" id="271" r:id="Rc8ffb41944d2438c"/>
    <p:sldId xmlns:r="http://schemas.openxmlformats.org/officeDocument/2006/relationships" id="272" r:id="R0ff6a14b4b5b4ebb"/>
    <p:sldId xmlns:r="http://schemas.openxmlformats.org/officeDocument/2006/relationships" id="273" r:id="Raa987a0450374cb6"/>
    <p:sldId xmlns:r="http://schemas.openxmlformats.org/officeDocument/2006/relationships" id="274" r:id="Rf53288f59c1d4db5"/>
    <p:sldId xmlns:r="http://schemas.openxmlformats.org/officeDocument/2006/relationships" id="275" r:id="R1d5c49ce4912428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47beac6111ca4a29" /><Relationship Type="http://schemas.openxmlformats.org/officeDocument/2006/relationships/slideMaster" Target="/ppt/slideMasters/slideMaster1.xml" Id="R69d317279c454fae" /><Relationship Type="http://schemas.openxmlformats.org/officeDocument/2006/relationships/notesMaster" Target="/ppt/notesMasters/notesMaster1.xml" Id="Rd5524c4b65d44925" /><Relationship Type="http://schemas.openxmlformats.org/officeDocument/2006/relationships/presProps" Target="/ppt/presProps.xml" Id="R91bfe3c69dc044c3" /><Relationship Type="http://schemas.openxmlformats.org/officeDocument/2006/relationships/viewProps" Target="/ppt/viewProps.xml" Id="R0587cfa290364ba6" /><Relationship Type="http://schemas.openxmlformats.org/officeDocument/2006/relationships/tableStyles" Target="/ppt/tableStyles.xml" Id="R6c1b7051c9514ae1" /><Relationship Type="http://schemas.openxmlformats.org/officeDocument/2006/relationships/slide" Target="/ppt/slides/slide1.xml" Id="Rd0bbf8aff1c5471e" /><Relationship Type="http://schemas.openxmlformats.org/officeDocument/2006/relationships/slide" Target="/ppt/slides/slide2.xml" Id="R228973b0766d4186" /><Relationship Type="http://schemas.openxmlformats.org/officeDocument/2006/relationships/slide" Target="/ppt/slides/slide3.xml" Id="R4e44902f4b9a4492" /><Relationship Type="http://schemas.openxmlformats.org/officeDocument/2006/relationships/slide" Target="/ppt/slides/slide4.xml" Id="R22b1e4a20f7248e3" /><Relationship Type="http://schemas.openxmlformats.org/officeDocument/2006/relationships/slide" Target="/ppt/slides/slide5.xml" Id="Reb094e3f031444a0" /><Relationship Type="http://schemas.openxmlformats.org/officeDocument/2006/relationships/slide" Target="/ppt/slides/slide6.xml" Id="R71114d253abc411e" /><Relationship Type="http://schemas.openxmlformats.org/officeDocument/2006/relationships/slide" Target="/ppt/slides/slide7.xml" Id="R774839f5ddc94014" /><Relationship Type="http://schemas.openxmlformats.org/officeDocument/2006/relationships/slide" Target="/ppt/slides/slide8.xml" Id="R865701383caa48dd" /><Relationship Type="http://schemas.openxmlformats.org/officeDocument/2006/relationships/slide" Target="/ppt/slides/slide9.xml" Id="R2b43608f436c4fcf" /><Relationship Type="http://schemas.openxmlformats.org/officeDocument/2006/relationships/slide" Target="/ppt/slides/slide10.xml" Id="Ra5a9bc3baeea4d75" /><Relationship Type="http://schemas.openxmlformats.org/officeDocument/2006/relationships/slide" Target="/ppt/slides/slide11.xml" Id="Rc3cc645ec5f24ead" /><Relationship Type="http://schemas.openxmlformats.org/officeDocument/2006/relationships/slide" Target="/ppt/slides/slide12.xml" Id="R206fee5e257247af" /><Relationship Type="http://schemas.openxmlformats.org/officeDocument/2006/relationships/slide" Target="/ppt/slides/slide13.xml" Id="R021ee4efcad6472d" /><Relationship Type="http://schemas.openxmlformats.org/officeDocument/2006/relationships/slide" Target="/ppt/slides/slide14.xml" Id="R1a9c195a246a426b" /><Relationship Type="http://schemas.openxmlformats.org/officeDocument/2006/relationships/slide" Target="/ppt/slides/slide15.xml" Id="Rc41562986a754d03" /><Relationship Type="http://schemas.openxmlformats.org/officeDocument/2006/relationships/slide" Target="/ppt/slides/slide16.xml" Id="Rc8ffb41944d2438c" /><Relationship Type="http://schemas.openxmlformats.org/officeDocument/2006/relationships/slide" Target="/ppt/slides/slide17.xml" Id="R0ff6a14b4b5b4ebb" /><Relationship Type="http://schemas.openxmlformats.org/officeDocument/2006/relationships/slide" Target="/ppt/slides/slide18.xml" Id="Raa987a0450374cb6" /><Relationship Type="http://schemas.openxmlformats.org/officeDocument/2006/relationships/slide" Target="/ppt/slides/slide19.xml" Id="Rf53288f59c1d4db5" /><Relationship Type="http://schemas.openxmlformats.org/officeDocument/2006/relationships/slide" Target="/ppt/slides/slide20.xml" Id="R1d5c49ce4912428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a107eaff1dc498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e348cf9bdcd4ff2" /><Relationship Type="http://schemas.openxmlformats.org/officeDocument/2006/relationships/notesMaster" Target="/ppt/notesMasters/notesMaster1.xml" Id="R2163b4646abf4ebf" /></Relationships>
</file>

<file path=ppt/notesSlides/_rels/notesSlide2.xml.rels>&#65279;<?xml version="1.0" encoding="utf-8"?><Relationships xmlns="http://schemas.openxmlformats.org/package/2006/relationships"><Relationship Type="http://schemas.openxmlformats.org/officeDocument/2006/relationships/slide" Target="/ppt/slides/slide2.xml" Id="R5523729408f44551" /><Relationship Type="http://schemas.openxmlformats.org/officeDocument/2006/relationships/notesMaster" Target="/ppt/notesMasters/notesMaster1.xml" Id="R6ae28f0944be4c46" /></Relationships>
</file>

<file path=ppt/notesSlides/_rels/notesSlide3.xml.rels>&#65279;<?xml version="1.0" encoding="utf-8"?><Relationships xmlns="http://schemas.openxmlformats.org/package/2006/relationships"><Relationship Type="http://schemas.openxmlformats.org/officeDocument/2006/relationships/slide" Target="/ppt/slides/slide3.xml" Id="R6de06f943d8e4f67" /><Relationship Type="http://schemas.openxmlformats.org/officeDocument/2006/relationships/notesMaster" Target="/ppt/notesMasters/notesMaster1.xml" Id="R7e586ab546d44be8" /></Relationships>
</file>

<file path=ppt/notesSlides/_rels/notesSlide4.xml.rels>&#65279;<?xml version="1.0" encoding="utf-8"?><Relationships xmlns="http://schemas.openxmlformats.org/package/2006/relationships"><Relationship Type="http://schemas.openxmlformats.org/officeDocument/2006/relationships/slide" Target="/ppt/slides/slide4.xml" Id="R202b24d19f10471c" /><Relationship Type="http://schemas.openxmlformats.org/officeDocument/2006/relationships/notesMaster" Target="/ppt/notesMasters/notesMaster1.xml" Id="Rf3a61a6ffac24c26" /></Relationships>
</file>

<file path=ppt/notesSlides/_rels/notesSlide5.xml.rels>&#65279;<?xml version="1.0" encoding="utf-8"?><Relationships xmlns="http://schemas.openxmlformats.org/package/2006/relationships"><Relationship Type="http://schemas.openxmlformats.org/officeDocument/2006/relationships/slide" Target="/ppt/slides/slide5.xml" Id="Re6ef52b801734b6e" /><Relationship Type="http://schemas.openxmlformats.org/officeDocument/2006/relationships/notesMaster" Target="/ppt/notesMasters/notesMaster1.xml" Id="Ra797f57462d64bb3" /></Relationships>
</file>

<file path=ppt/notesSlides/_rels/notesSlide6.xml.rels>&#65279;<?xml version="1.0" encoding="utf-8"?><Relationships xmlns="http://schemas.openxmlformats.org/package/2006/relationships"><Relationship Type="http://schemas.openxmlformats.org/officeDocument/2006/relationships/slide" Target="/ppt/slides/slide6.xml" Id="R495578f90aba4137" /><Relationship Type="http://schemas.openxmlformats.org/officeDocument/2006/relationships/notesMaster" Target="/ppt/notesMasters/notesMaster1.xml" Id="Rf7a7592ffd864475" /></Relationships>
</file>

<file path=ppt/notesSlides/_rels/notesSlide7.xml.rels>&#65279;<?xml version="1.0" encoding="utf-8"?><Relationships xmlns="http://schemas.openxmlformats.org/package/2006/relationships"><Relationship Type="http://schemas.openxmlformats.org/officeDocument/2006/relationships/slide" Target="/ppt/slides/slide7.xml" Id="Rf34f81314f10421e" /><Relationship Type="http://schemas.openxmlformats.org/officeDocument/2006/relationships/notesMaster" Target="/ppt/notesMasters/notesMaster1.xml" Id="R155d2ad59df84d82" /></Relationships>
</file>

<file path=ppt/notesSlides/_rels/notesSlide8.xml.rels>&#65279;<?xml version="1.0" encoding="utf-8"?><Relationships xmlns="http://schemas.openxmlformats.org/package/2006/relationships"><Relationship Type="http://schemas.openxmlformats.org/officeDocument/2006/relationships/slide" Target="/ppt/slides/slide8.xml" Id="R57d40a0a10fc407f" /><Relationship Type="http://schemas.openxmlformats.org/officeDocument/2006/relationships/notesMaster" Target="/ppt/notesMasters/notesMaster1.xml" Id="R46d53a1c54fc4459" /></Relationships>
</file>

<file path=ppt/notesSlides/_rels/notesSlide9.xml.rels>&#65279;<?xml version="1.0" encoding="utf-8"?><Relationships xmlns="http://schemas.openxmlformats.org/package/2006/relationships"><Relationship Type="http://schemas.openxmlformats.org/officeDocument/2006/relationships/slide" Target="/ppt/slides/slide9.xml" Id="R5644e8150fbc42e4" /><Relationship Type="http://schemas.openxmlformats.org/officeDocument/2006/relationships/notesMaster" Target="/ppt/notesMasters/notesMaster1.xml" Id="R698316820dc2430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6f7e645ec4c4c10" /><Relationship Type="http://schemas.openxmlformats.org/officeDocument/2006/relationships/notesMaster" Target="/ppt/notesMasters/notesMaster1.xml" Id="Rd681accbe8724fe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398daa140f44e73" /><Relationship Type="http://schemas.openxmlformats.org/officeDocument/2006/relationships/notesMaster" Target="/ppt/notesMasters/notesMaster1.xml" Id="R7a8bf359bb144ba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8246ed2d8ae483a" /><Relationship Type="http://schemas.openxmlformats.org/officeDocument/2006/relationships/notesMaster" Target="/ppt/notesMasters/notesMaster1.xml" Id="R64099ddb6ae4459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50974804a594573" /><Relationship Type="http://schemas.openxmlformats.org/officeDocument/2006/relationships/notesMaster" Target="/ppt/notesMasters/notesMaster1.xml" Id="Ra2a5875d7506461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99825abdec64436" /><Relationship Type="http://schemas.openxmlformats.org/officeDocument/2006/relationships/notesMaster" Target="/ppt/notesMasters/notesMaster1.xml" Id="R1fb4616e5a804fe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65895ca1f8841a4" /><Relationship Type="http://schemas.openxmlformats.org/officeDocument/2006/relationships/notesMaster" Target="/ppt/notesMasters/notesMaster1.xml" Id="R2b5733d7e111425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156b56fedea4465" /><Relationship Type="http://schemas.openxmlformats.org/officeDocument/2006/relationships/notesMaster" Target="/ppt/notesMasters/notesMaster1.xml" Id="R209713bb51934b3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ce8c453f8ef4951" /><Relationship Type="http://schemas.openxmlformats.org/officeDocument/2006/relationships/notesMaster" Target="/ppt/notesMasters/notesMaster1.xml" Id="Rad5d006208c042b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04584fce52a491b" /><Relationship Type="http://schemas.openxmlformats.org/officeDocument/2006/relationships/notesMaster" Target="/ppt/notesMasters/notesMaster1.xml" Id="R92ce38071d424d5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c52b00c35c14c86" /><Relationship Type="http://schemas.openxmlformats.org/officeDocument/2006/relationships/notesMaster" Target="/ppt/notesMasters/notesMaster1.xml" Id="Rf164cd2afa2c40e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0558eee997d4920" /><Relationship Type="http://schemas.openxmlformats.org/officeDocument/2006/relationships/notesMaster" Target="/ppt/notesMasters/notesMaster1.xml" Id="Rb943ca99fe4c443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HOW THIS TEMPLATE WORKS
1. Every shape whose name starts with !! is a morph anchor. Keep the names identical across slides and PowerPoint animates the movement for you. Home &gt; Select &gt; Selection Pane to see them.
2. Morph is already applied to slides 2 to 20. Slides auto-advance so it plays like a video. To present manually, go to Transitions and untick 'After'.
3. To export as video: File &gt; Export &gt; Create a Video.
4. To re-theme for any topic, change three colours: the accent (FF6B35), the second accent (3DDC97) and the background image. Swap the three abstract images for your own photography.
5. Replace every [bracketed] slot with your content. The layout holds at any length because titles are set to shrink text on overflow.</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conclusion. Say the sentence, then stop talking for two seconds. The morph carries the title from slide 1 up into the corner label, so the audience sees the deck 'fold' into working mode.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 chapters is the ceiling. If you have six, two of them are really sub-points. The 01 numeral is named !!num, so it grows into the giant numeral on the next slide.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Divider slides give the deck its rhythm. Say the chapter title out loud, then move. The numeral morphs in from the contents slide and shrinks back down on the next slide.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Half-bleed image slide. Right-click the image and choose Change Picture to swap it. Keep the shape name !!art so it morphs with the next image slide.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morphs word by word from the previous one. Keep the line short so the motion reads cleanly.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Cards are named !!card1 to !!card3. Duplicate this slide and move or resize a card to make it grow on click, with no manual animation.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number, one screen. Say the number, then say what it is measured against. Never leave a figure standing on its own.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stats maximum. Each one needs its period and its comparison underneath, or it does not go on the slide.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Second divider mirrors the first so the numeral swings across the screen. That single move is what makes the deck feel filmed rather than clicked.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Nodes are named !!node1 to !!node5. Duplicate the slide and enlarge one node to zoom into a single milestone. Morph does the travel.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Colour only the step you are on. Duplicate this slide four times and move the ember colour along, and morph walks the audience through the plan stage by stage.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State the opposing case first, in its strongest form, then answer it. The audience trusts the second column more when the first one is honest.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Bento grid. Tiles are named !!tileA to !!tileC, so you can duplicate the slide and expand one tile to full screen for a drill-down.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Third divider. Keep the wording of every divider parallel so the deck reads as one argument, not three.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 real quote from someone the audience already trusts. Swap the avatar by right-clicking and choosing Change Picture.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Works for a team, a board, partner logos, or client logos. Delete the circles you do not need and re-space the rest evenly.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End on the ask, not the summary. Name the owner and the date on the slide so nobody leaves the room unsure who is doing what.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words 'Thank you' morph up from the bottom of the previous slide and grow across the screen, then shrink into the corner of the end card. That single travelling element is what makes the ending feel like a film credit rather than a full stop.</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on the opportunity, not the recap. Give one action and one date. Everything else on this slide is there so nobody has to ask how to reach you.</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8eb25016a4346e1"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6cca39633764702" /><Relationship Type="http://schemas.openxmlformats.org/officeDocument/2006/relationships/slideLayout" Target="/ppt/slideLayouts/slideLayout1.xml" Id="Ra24c6bf24d52420f"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24c6bf24d52420f"/>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d96f994e5c840f1" /><Relationship Type="http://schemas.openxmlformats.org/officeDocument/2006/relationships/image" Target="/ppt/media/image.jpeg" Id="R5605e0ddf8924ad7" /><Relationship Type="http://schemas.openxmlformats.org/officeDocument/2006/relationships/image" Target="/ppt/media/image.png" Id="Re434de4bf6544956" /><Relationship Type="http://schemas.openxmlformats.org/officeDocument/2006/relationships/image" Target="/ppt/media/image2.png" Id="Re7ef8d1e697c479a" /><Relationship Type="http://schemas.openxmlformats.org/officeDocument/2006/relationships/notesSlide" Target="/ppt/notesSlides/notesSlide1.xml" Id="R765d2e05f646414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3cefd56b0e44792" /><Relationship Type="http://schemas.openxmlformats.org/officeDocument/2006/relationships/image" Target="/ppt/media/image.jpeg" Id="Rf7c72d05f96c43f6" /><Relationship Type="http://schemas.openxmlformats.org/officeDocument/2006/relationships/image" Target="/ppt/media/image.png" Id="R4199e8986baf4e55" /><Relationship Type="http://schemas.openxmlformats.org/officeDocument/2006/relationships/image" Target="/ppt/media/image2.png" Id="R6f5091a3305d499b" /><Relationship Type="http://schemas.openxmlformats.org/officeDocument/2006/relationships/notesSlide" Target="/ppt/notesSlides/notesSlide2.xml" Id="Rc07fa278c4b748e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03d8105430044ea" /><Relationship Type="http://schemas.openxmlformats.org/officeDocument/2006/relationships/image" Target="/ppt/media/image.jpeg" Id="Ra9460942135842aa" /><Relationship Type="http://schemas.openxmlformats.org/officeDocument/2006/relationships/image" Target="/ppt/media/image2.png" Id="R148a89387c164401" /><Relationship Type="http://schemas.openxmlformats.org/officeDocument/2006/relationships/notesSlide" Target="/ppt/notesSlides/notesSlide3.xml" Id="R4b96abe628604b3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72d89fc847d46e0" /><Relationship Type="http://schemas.openxmlformats.org/officeDocument/2006/relationships/image" Target="/ppt/media/image.jpeg" Id="Rdb2e3ce24c554516" /><Relationship Type="http://schemas.openxmlformats.org/officeDocument/2006/relationships/image" Target="/ppt/media/image.png" Id="R4d429d47845b4678" /><Relationship Type="http://schemas.openxmlformats.org/officeDocument/2006/relationships/notesSlide" Target="/ppt/notesSlides/notesSlide4.xml" Id="R34ce1bc8a9ea463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6551753b8b34728" /><Relationship Type="http://schemas.openxmlformats.org/officeDocument/2006/relationships/image" Target="/ppt/media/image.jpeg" Id="Ra1e5ba25b6c14089" /><Relationship Type="http://schemas.openxmlformats.org/officeDocument/2006/relationships/image" Target="/ppt/media/image.png" Id="Reddc3a6cf6fe4df5" /><Relationship Type="http://schemas.openxmlformats.org/officeDocument/2006/relationships/image" Target="/ppt/media/image2.jpeg" Id="Rf4bac3d8cdd34459" /><Relationship Type="http://schemas.openxmlformats.org/officeDocument/2006/relationships/notesSlide" Target="/ppt/notesSlides/notesSlide5.xml" Id="R4103af8c2e56473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e81f59132124213" /><Relationship Type="http://schemas.openxmlformats.org/officeDocument/2006/relationships/image" Target="/ppt/media/image.jpeg" Id="Rd293cd4259914c14" /><Relationship Type="http://schemas.openxmlformats.org/officeDocument/2006/relationships/image" Target="/ppt/media/image.png" Id="R79d71a718a4345ea" /><Relationship Type="http://schemas.openxmlformats.org/officeDocument/2006/relationships/image" Target="/ppt/media/image3.png" Id="R04e27ccaac03435a" /><Relationship Type="http://schemas.openxmlformats.org/officeDocument/2006/relationships/notesSlide" Target="/ppt/notesSlides/notesSlide6.xml" Id="Re5327ac4e20b426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4a4e43020e8412b" /><Relationship Type="http://schemas.openxmlformats.org/officeDocument/2006/relationships/image" Target="/ppt/media/image.jpeg" Id="R6c3e0ef8b5af4111" /><Relationship Type="http://schemas.openxmlformats.org/officeDocument/2006/relationships/image" Target="/ppt/media/image2.png" Id="R67c297a6843a46c4" /><Relationship Type="http://schemas.openxmlformats.org/officeDocument/2006/relationships/notesSlide" Target="/ppt/notesSlides/notesSlide7.xml" Id="R2b7b22e6d51b484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5a10199bf294431" /><Relationship Type="http://schemas.openxmlformats.org/officeDocument/2006/relationships/image" Target="/ppt/media/image.jpeg" Id="R9e4b9805482b4031" /><Relationship Type="http://schemas.openxmlformats.org/officeDocument/2006/relationships/image" Target="/ppt/media/image.png" Id="R8864aeb57d914931" /><Relationship Type="http://schemas.openxmlformats.org/officeDocument/2006/relationships/notesSlide" Target="/ppt/notesSlides/notesSlide8.xml" Id="Rc4d2799685ed4b5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6e59b0a5f1f4bda" /><Relationship Type="http://schemas.openxmlformats.org/officeDocument/2006/relationships/image" Target="/ppt/media/image.jpeg" Id="Rab625c89e0ba464a" /><Relationship Type="http://schemas.openxmlformats.org/officeDocument/2006/relationships/image" Target="/ppt/media/image3.png" Id="R78e7998c132749ad" /><Relationship Type="http://schemas.openxmlformats.org/officeDocument/2006/relationships/notesSlide" Target="/ppt/notesSlides/notesSlide9.xml" Id="R22284f598df74d2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169d561825847fa" /><Relationship Type="http://schemas.openxmlformats.org/officeDocument/2006/relationships/image" Target="/ppt/media/image.jpeg" Id="Rfb46bdd1c2284bac" /><Relationship Type="http://schemas.openxmlformats.org/officeDocument/2006/relationships/image" Target="/ppt/media/image3.png" Id="Rcea679d83ecc4398" /><Relationship Type="http://schemas.openxmlformats.org/officeDocument/2006/relationships/notesSlide" Target="/ppt/notesSlides/notesSlide10.xml" Id="R2c839c6774b94ab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63e2cb3b6b84932" /><Relationship Type="http://schemas.openxmlformats.org/officeDocument/2006/relationships/image" Target="/ppt/media/image.jpeg" Id="R63335c6effe54108" /><Relationship Type="http://schemas.openxmlformats.org/officeDocument/2006/relationships/image" Target="/ppt/media/image2.png" Id="Rca92279b9ceb4234" /><Relationship Type="http://schemas.openxmlformats.org/officeDocument/2006/relationships/notesSlide" Target="/ppt/notesSlides/notesSlide11.xml" Id="R113d1375df144b0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2f7cacef56c4ef7" /><Relationship Type="http://schemas.openxmlformats.org/officeDocument/2006/relationships/image" Target="/ppt/media/image.jpeg" Id="R9178b920c5054a84" /><Relationship Type="http://schemas.openxmlformats.org/officeDocument/2006/relationships/image" Target="/ppt/media/image.png" Id="Rc40ac2ab556e4e3a" /><Relationship Type="http://schemas.openxmlformats.org/officeDocument/2006/relationships/notesSlide" Target="/ppt/notesSlides/notesSlide12.xml" Id="R86cedd36dab447f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34667ea4fe84930" /><Relationship Type="http://schemas.openxmlformats.org/officeDocument/2006/relationships/image" Target="/ppt/media/image.jpeg" Id="R06924aad14284d20" /><Relationship Type="http://schemas.openxmlformats.org/officeDocument/2006/relationships/image" Target="/ppt/media/image3.png" Id="R33e8f7c3976c46b7" /><Relationship Type="http://schemas.openxmlformats.org/officeDocument/2006/relationships/notesSlide" Target="/ppt/notesSlides/notesSlide13.xml" Id="R6723726b81d8412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54b104961ec4939" /><Relationship Type="http://schemas.openxmlformats.org/officeDocument/2006/relationships/image" Target="/ppt/media/image.jpeg" Id="R482f93d327f44439" /><Relationship Type="http://schemas.openxmlformats.org/officeDocument/2006/relationships/image" Target="/ppt/media/image2.png" Id="Rb3e2978a055c4fec" /><Relationship Type="http://schemas.openxmlformats.org/officeDocument/2006/relationships/image" Target="/ppt/media/image3.jpeg" Id="R30d3babcbb6649d1" /><Relationship Type="http://schemas.openxmlformats.org/officeDocument/2006/relationships/notesSlide" Target="/ppt/notesSlides/notesSlide14.xml" Id="R52e3aa57f145416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98523a3f28f449c" /><Relationship Type="http://schemas.openxmlformats.org/officeDocument/2006/relationships/image" Target="/ppt/media/image.jpeg" Id="R0ee6d622e594417e" /><Relationship Type="http://schemas.openxmlformats.org/officeDocument/2006/relationships/image" Target="/ppt/media/image3.png" Id="Re93a73a53c794665" /><Relationship Type="http://schemas.openxmlformats.org/officeDocument/2006/relationships/notesSlide" Target="/ppt/notesSlides/notesSlide15.xml" Id="R3b07bd92472b46d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599f17c43cf433f" /><Relationship Type="http://schemas.openxmlformats.org/officeDocument/2006/relationships/image" Target="/ppt/media/image.jpeg" Id="R9d090478f0444850" /><Relationship Type="http://schemas.openxmlformats.org/officeDocument/2006/relationships/image" Target="/ppt/media/image.png" Id="Rba62cdd8eed04948" /><Relationship Type="http://schemas.openxmlformats.org/officeDocument/2006/relationships/image" Target="/ppt/media/image4.jpeg" Id="Rdb80f87fe3fe49f5" /><Relationship Type="http://schemas.openxmlformats.org/officeDocument/2006/relationships/notesSlide" Target="/ppt/notesSlides/notesSlide16.xml" Id="R6d8d9b50c6ca4af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809500919ce45e0" /><Relationship Type="http://schemas.openxmlformats.org/officeDocument/2006/relationships/image" Target="/ppt/media/image.jpeg" Id="Rb12978bd1e9a4383" /><Relationship Type="http://schemas.openxmlformats.org/officeDocument/2006/relationships/image" Target="/ppt/media/image2.png" Id="Rf045bcba0cfc4aec" /><Relationship Type="http://schemas.openxmlformats.org/officeDocument/2006/relationships/image" Target="/ppt/media/image4.jpeg" Id="R54e1f1e084734d6c" /><Relationship Type="http://schemas.openxmlformats.org/officeDocument/2006/relationships/notesSlide" Target="/ppt/notesSlides/notesSlide17.xml" Id="R35c5cf6e7b4a4a1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694010afff14567" /><Relationship Type="http://schemas.openxmlformats.org/officeDocument/2006/relationships/image" Target="/ppt/media/image.jpeg" Id="Ra89e20c4f1df4656" /><Relationship Type="http://schemas.openxmlformats.org/officeDocument/2006/relationships/image" Target="/ppt/media/image.png" Id="Rb235b801ee51420c" /><Relationship Type="http://schemas.openxmlformats.org/officeDocument/2006/relationships/notesSlide" Target="/ppt/notesSlides/notesSlide18.xml" Id="R6ab80af40b3b4b0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4dc28d34c9e34ef8" /><Relationship Type="http://schemas.openxmlformats.org/officeDocument/2006/relationships/image" Target="/ppt/media/image.jpeg" Id="R28972eaaa4ac42df" /><Relationship Type="http://schemas.openxmlformats.org/officeDocument/2006/relationships/image" Target="/ppt/media/image.png" Id="R455f90e6b86c4db6" /><Relationship Type="http://schemas.openxmlformats.org/officeDocument/2006/relationships/image" Target="/ppt/media/image3.png" Id="R307331057f1c4cbb" /><Relationship Type="http://schemas.openxmlformats.org/officeDocument/2006/relationships/notesSlide" Target="/ppt/notesSlides/notesSlide19.xml" Id="Rc97a7b05d78349c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ba1839da1669422c" /><Relationship Type="http://schemas.openxmlformats.org/officeDocument/2006/relationships/image" Target="/ppt/media/image.jpeg" Id="Rcb726d1383e34811" /><Relationship Type="http://schemas.openxmlformats.org/officeDocument/2006/relationships/image" Target="/ppt/media/image2.png" Id="Rd697874af5754d2b" /><Relationship Type="http://schemas.openxmlformats.org/officeDocument/2006/relationships/image" Target="/ppt/media/image.png" Id="R3162726aaba44a7c" /><Relationship Type="http://schemas.openxmlformats.org/officeDocument/2006/relationships/notesSlide" Target="/ppt/notesSlides/notesSlide20.xml" Id="R21768f98451a443f" /></Relationships>
</file>

<file path=ppt/slides/slide1.xml><?xml version="1.0" encoding="utf-8"?>
<p:sld xmlns:p="http://schemas.openxmlformats.org/presentationml/2006/main">
  <p:cSld>
    <p:bg>
      <p:bgPr>
        <a:blipFill xmlns:a="http://schemas.openxmlformats.org/drawingml/2006/main" rotWithShape="1">
          <a:blip xmlns:r="http://schemas.openxmlformats.org/officeDocument/2006/relationships" r:embed="R5605e0ddf8924ad7">
            <a:lum/>
          </a:blip>
          <a:srcRect l="0" t="0" r="0" b="0"/>
          <a:stretch>
            <a:fillRect l="0" t="0" r="0" b="0"/>
          </a:stretch>
        </a:blipFill>
      </p:bgPr>
    </p:bg>
    <p:spTree>
      <p:nvGrpSpPr>
        <p:cNvPr id="1" name=""/>
        <p:cNvGrpSpPr/>
        <p:nvPr/>
      </p:nvGrpSpPr>
      <p:grpSpPr>
        <a:xfrm xmlns:a="http://schemas.openxmlformats.org/drawingml/2006/main"/>
      </p:grpSpPr>
      <p:pic>
        <p:nvPicPr>
          <p:cNvPr id="14" name="!!orb"/>
          <p:cNvPicPr>
            <a:picLocks xmlns:a="http://schemas.openxmlformats.org/drawingml/2006/main" noChangeAspect="1"/>
          </p:cNvPicPr>
          <p:nvPr/>
        </p:nvPicPr>
        <p:blipFill>
          <a:blip xmlns:r="http://schemas.openxmlformats.org/officeDocument/2006/relationships" xmlns:a="http://schemas.openxmlformats.org/drawingml/2006/main" r:embed="Re434de4bf6544956"/>
          <a:stretch xmlns:a="http://schemas.openxmlformats.org/drawingml/2006/main">
            <a:fillRect l="0" t="0" r="0" b="0"/>
          </a:stretch>
        </p:blipFill>
        <p:spPr>
          <a:xfrm xmlns:a="http://schemas.openxmlformats.org/drawingml/2006/main">
            <a:off x="3108960" y="-182880"/>
            <a:ext cx="6766560" cy="6766560"/>
          </a:xfrm>
          <a:prstGeom xmlns:a="http://schemas.openxmlformats.org/drawingml/2006/main" prst="rect">
            <a:avLst/>
          </a:prstGeom>
        </p:spPr>
      </p:pic>
      <p:pic>
        <p:nvPicPr>
          <p:cNvPr id="15" name="!!orb2"/>
          <p:cNvPicPr>
            <a:picLocks xmlns:a="http://schemas.openxmlformats.org/drawingml/2006/main" noChangeAspect="1"/>
          </p:cNvPicPr>
          <p:nvPr/>
        </p:nvPicPr>
        <p:blipFill>
          <a:blip xmlns:r="http://schemas.openxmlformats.org/officeDocument/2006/relationships" xmlns:a="http://schemas.openxmlformats.org/drawingml/2006/main" r:embed="Re7ef8d1e697c479a"/>
          <a:stretch xmlns:a="http://schemas.openxmlformats.org/drawingml/2006/main">
            <a:fillRect l="0" t="0" r="0" b="0"/>
          </a:stretch>
        </p:blipFill>
        <p:spPr>
          <a:xfrm xmlns:a="http://schemas.openxmlformats.org/drawingml/2006/main">
            <a:off x="-1463040" y="3566160"/>
            <a:ext cx="4572000" cy="4572000"/>
          </a:xfrm>
          <a:prstGeom xmlns:a="http://schemas.openxmlformats.org/drawingml/2006/main" prst="rect">
            <a:avLst/>
          </a:prstGeom>
        </p:spPr>
      </p:pic>
      <p:sp>
        <p:nvSpPr>
          <p:cNvPr id="4" name="track">
            <a:extLst xmlns:a="http://schemas.openxmlformats.org/drawingml/2006/main">
              <a:ext uri="{FF2B5EF4-FFF2-40B4-BE49-F238E27FC236}">
                <a16:creationId xmlns:a16="http://schemas.microsoft.com/office/drawing/2014/main" id="{4054DA17-A0AA-496A-B33C-DC680E12EDFD}"/>
              </a:ext>
            </a:extLst>
          </p:cNvPr>
          <p:cNvSpPr>
            <a:spLocks xmlns:a="http://schemas.openxmlformats.org/drawingml/2006/main" noGrp="1"/>
          </p:cNvSpPr>
          <p:nvPr/>
        </p:nvSpPr>
        <p:spPr>
          <a:xfrm xmlns:a="http://schemas.openxmlformats.org/drawingml/2006/main">
            <a:off x="822960" y="6451092"/>
            <a:ext cx="10545775" cy="16459"/>
          </a:xfrm>
          <a:prstGeom xmlns:a="http://schemas.openxmlformats.org/drawingml/2006/main" prst="rect">
            <a:avLst/>
          </a:prstGeom>
          <a:solidFill xmlns:a="http://schemas.openxmlformats.org/drawingml/2006/main">
            <a:srgbClr val="242C3B"/>
          </a:solidFill>
          <a:ln xmlns:a="http://schemas.openxmlformats.org/drawingml/2006/main" w="12700">
            <a:solidFill>
              <a:srgbClr val="242C3B"/>
            </a:solidFill>
            <a:prstDash val="solid"/>
          </a:ln>
        </p:spPr>
      </p:sp>
      <p:sp>
        <p:nvSpPr>
          <p:cNvPr id="5" name="!!bar">
            <a:extLst xmlns:a="http://schemas.openxmlformats.org/drawingml/2006/main">
              <a:ext uri="{FF2B5EF4-FFF2-40B4-BE49-F238E27FC236}">
                <a16:creationId xmlns:a16="http://schemas.microsoft.com/office/drawing/2014/main" id="{1C5F5AA8-517B-428B-A4BE-E183A89558DC}"/>
              </a:ext>
            </a:extLst>
          </p:cNvPr>
          <p:cNvSpPr>
            <a:spLocks xmlns:a="http://schemas.openxmlformats.org/drawingml/2006/main" noGrp="1"/>
          </p:cNvSpPr>
          <p:nvPr/>
        </p:nvSpPr>
        <p:spPr>
          <a:xfrm xmlns:a="http://schemas.openxmlformats.org/drawingml/2006/main">
            <a:off x="822960" y="6446520"/>
            <a:ext cx="384048" cy="27432"/>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6" name="pageno">
            <a:extLst xmlns:a="http://schemas.openxmlformats.org/drawingml/2006/main">
              <a:ext uri="{FF2B5EF4-FFF2-40B4-BE49-F238E27FC236}">
                <a16:creationId xmlns:a16="http://schemas.microsoft.com/office/drawing/2014/main" id="{400F55EF-BD42-40B4-8DB4-238EDCD6E3C8}"/>
              </a:ext>
            </a:extLst>
          </p:cNvPr>
          <p:cNvSpPr>
            <a:spLocks xmlns:a="http://schemas.openxmlformats.org/drawingml/2006/main" noGrp="1"/>
          </p:cNvSpPr>
          <p:nvPr/>
        </p:nvSpPr>
        <p:spPr>
          <a:xfrm xmlns:a="http://schemas.openxmlformats.org/drawingml/2006/main">
            <a:off x="9966960" y="457200"/>
            <a:ext cx="139903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spc="200">
                <a:solidFill>
                  <a:srgbClr val="8A94A8"/>
                </a:solidFill>
                <a:latin typeface="Arial"/>
                <a:ea typeface="Arial"/>
                <a:cs typeface="Arial"/>
              </a:rPr>
              <a:t>01 / 20</a:t>
            </a:r>
            <a:endParaRPr sz="900"/>
          </a:p>
        </p:txBody>
      </p:sp>
      <p:sp>
        <p:nvSpPr>
          <p:cNvPr id="7" name="!!mark">
            <a:extLst xmlns:a="http://schemas.openxmlformats.org/drawingml/2006/main">
              <a:ext uri="{FF2B5EF4-FFF2-40B4-BE49-F238E27FC236}">
                <a16:creationId xmlns:a16="http://schemas.microsoft.com/office/drawing/2014/main" id="{BCA24242-4C5B-42BA-90A0-905255115BFD}"/>
              </a:ext>
            </a:extLst>
          </p:cNvPr>
          <p:cNvSpPr>
            <a:spLocks xmlns:a="http://schemas.openxmlformats.org/drawingml/2006/main" noGrp="1"/>
          </p:cNvSpPr>
          <p:nvPr/>
        </p:nvSpPr>
        <p:spPr>
          <a:xfrm xmlns:a="http://schemas.openxmlformats.org/drawingml/2006/main" rot="2700000">
            <a:off x="822960" y="548640"/>
            <a:ext cx="137160" cy="137160"/>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8" name="anim_eyebrow">
            <a:extLst xmlns:a="http://schemas.openxmlformats.org/drawingml/2006/main">
              <a:ext uri="{FF2B5EF4-FFF2-40B4-BE49-F238E27FC236}">
                <a16:creationId xmlns:a16="http://schemas.microsoft.com/office/drawing/2014/main" id="{8E110C3D-04FE-4347-916C-67B4DA84BA7E}"/>
              </a:ext>
            </a:extLst>
          </p:cNvPr>
          <p:cNvSpPr>
            <a:spLocks xmlns:a="http://schemas.openxmlformats.org/drawingml/2006/main" noGrp="1"/>
          </p:cNvSpPr>
          <p:nvPr/>
        </p:nvSpPr>
        <p:spPr>
          <a:xfrm xmlns:a="http://schemas.openxmlformats.org/drawingml/2006/main">
            <a:off x="822960" y="1847088"/>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FF6B35"/>
                </a:solidFill>
                <a:latin typeface="Arial"/>
                <a:ea typeface="Arial"/>
                <a:cs typeface="Arial"/>
              </a:rPr>
              <a:t>[YOUR ORGANISATION]</a:t>
            </a:r>
            <a:endParaRPr sz="1000"/>
          </a:p>
        </p:txBody>
      </p:sp>
      <p:sp>
        <p:nvSpPr>
          <p:cNvPr id="9" name="!!kicker">
            <a:extLst xmlns:a="http://schemas.openxmlformats.org/drawingml/2006/main">
              <a:ext uri="{FF2B5EF4-FFF2-40B4-BE49-F238E27FC236}">
                <a16:creationId xmlns:a16="http://schemas.microsoft.com/office/drawing/2014/main" id="{D051B296-368A-49A4-B524-29D43D19BC2F}"/>
              </a:ext>
            </a:extLst>
          </p:cNvPr>
          <p:cNvSpPr>
            <a:spLocks xmlns:a="http://schemas.openxmlformats.org/drawingml/2006/main" noGrp="1"/>
          </p:cNvSpPr>
          <p:nvPr/>
        </p:nvSpPr>
        <p:spPr>
          <a:xfrm xmlns:a="http://schemas.openxmlformats.org/drawingml/2006/main">
            <a:off x="822960" y="2212848"/>
            <a:ext cx="9875520" cy="2331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nSpc>
                <a:spcPts val="5800"/>
              </a:lnSpc>
              <a:buNone/>
            </a:pPr>
            <a:r>
              <a:rPr sz="5400" b="1" spc="-50">
                <a:solidFill>
                  <a:srgbClr val="EEF2F8"/>
                </a:solidFill>
                <a:latin typeface="Arial"/>
                <a:ea typeface="Arial"/>
                <a:cs typeface="Arial"/>
              </a:rPr>
              <a:t>[Your title</a:t>
            </a:r>
            <a:endParaRPr sz="5400"/>
          </a:p>
          <a:p xmlns:a="http://schemas.openxmlformats.org/drawingml/2006/main">
            <a:pPr marL="0" indent="0">
              <a:lnSpc>
                <a:spcPts val="5800"/>
              </a:lnSpc>
              <a:buNone/>
            </a:pPr>
            <a:r>
              <a:rPr sz="5400" b="1" spc="-50">
                <a:solidFill>
                  <a:srgbClr val="EEF2F8"/>
                </a:solidFill>
                <a:latin typeface="Arial"/>
                <a:ea typeface="Arial"/>
                <a:cs typeface="Arial"/>
              </a:rPr>
              <a:t>goes here]</a:t>
            </a:r>
            <a:endParaRPr sz="5400"/>
          </a:p>
        </p:txBody>
      </p:sp>
      <p:sp>
        <p:nvSpPr>
          <p:cNvPr id="10" name="anim_sub">
            <a:extLst xmlns:a="http://schemas.openxmlformats.org/drawingml/2006/main">
              <a:ext uri="{FF2B5EF4-FFF2-40B4-BE49-F238E27FC236}">
                <a16:creationId xmlns:a16="http://schemas.microsoft.com/office/drawing/2014/main" id="{5127AFD6-D053-49DD-B2BE-6DF5EB6648DB}"/>
              </a:ext>
            </a:extLst>
          </p:cNvPr>
          <p:cNvSpPr>
            <a:spLocks xmlns:a="http://schemas.openxmlformats.org/drawingml/2006/main" noGrp="1"/>
          </p:cNvSpPr>
          <p:nvPr/>
        </p:nvSpPr>
        <p:spPr>
          <a:xfrm xmlns:a="http://schemas.openxmlformats.org/drawingml/2006/main">
            <a:off x="822960" y="4681728"/>
            <a:ext cx="69494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2300"/>
              </a:lnSpc>
              <a:buNone/>
            </a:pPr>
            <a:r>
              <a:rPr sz="1500">
                <a:solidFill>
                  <a:srgbClr val="8A94A8"/>
                </a:solidFill>
                <a:latin typeface="Arial"/>
                <a:ea typeface="Arial"/>
                <a:cs typeface="Arial"/>
              </a:rPr>
              <a:t>[One sentence on what this deck delivers, and who it is for.]</a:t>
            </a:r>
            <a:endParaRPr sz="1500"/>
          </a:p>
        </p:txBody>
      </p:sp>
      <p:sp>
        <p:nvSpPr>
          <p:cNvPr id="11" name="Text 7">
            <a:extLst xmlns:a="http://schemas.openxmlformats.org/drawingml/2006/main">
              <a:ext uri="{FF2B5EF4-FFF2-40B4-BE49-F238E27FC236}">
                <a16:creationId xmlns:a16="http://schemas.microsoft.com/office/drawing/2014/main" id="{EECE9F2C-1951-46CF-8298-40FE539780B0}"/>
              </a:ext>
            </a:extLst>
          </p:cNvPr>
          <p:cNvSpPr>
            <a:spLocks xmlns:a="http://schemas.openxmlformats.org/drawingml/2006/main" noGrp="1"/>
          </p:cNvSpPr>
          <p:nvPr/>
        </p:nvSpPr>
        <p:spPr>
          <a:xfrm xmlns:a="http://schemas.openxmlformats.org/drawingml/2006/main">
            <a:off x="822960" y="5833872"/>
            <a:ext cx="82296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spc="300">
                <a:solidFill>
                  <a:srgbClr val="6E7788"/>
                </a:solidFill>
                <a:latin typeface="Arial"/>
                <a:ea typeface="Arial"/>
                <a:cs typeface="Arial"/>
              </a:rPr>
              <a:t>[PRESENTER]     ·     [ROLE]     ·     [DATE]</a:t>
            </a:r>
            <a:endParaRPr sz="1000"/>
          </a:p>
        </p:txBody>
      </p:sp>
    </p:spTree>
    <p:extLst>
      <p:ext uri="{BB962C8B-B14F-4D97-AF65-F5344CB8AC3E}">
        <p14:creationId xmlns:p14="http://schemas.microsoft.com/office/powerpoint/2010/main" val="1902115772"/>
      </p:ext>
    </p:extLst>
  </p:cSld>
</p:sld>
</file>

<file path=ppt/slides/slide2.xml><?xml version="1.0" encoding="utf-8"?>
<p:sld xmlns:p="http://schemas.openxmlformats.org/presentationml/2006/main">
  <p:cSld>
    <p:bg>
      <p:bgPr>
        <a:blipFill xmlns:a="http://schemas.openxmlformats.org/drawingml/2006/main" rotWithShape="1">
          <a:blip xmlns:r="http://schemas.openxmlformats.org/officeDocument/2006/relationships" r:embed="Rf7c72d05f96c43f6">
            <a:lum/>
          </a:blip>
          <a:srcRect l="0" t="0" r="0" b="0"/>
          <a:stretch>
            <a:fillRect l="0" t="0" r="0" b="0"/>
          </a:stretch>
        </a:blipFill>
      </p:bgPr>
    </p:bg>
    <p:spTree>
      <p:nvGrpSpPr>
        <p:cNvPr id="1" name=""/>
        <p:cNvGrpSpPr/>
        <p:nvPr/>
      </p:nvGrpSpPr>
      <p:grpSpPr>
        <a:xfrm xmlns:a="http://schemas.openxmlformats.org/drawingml/2006/main"/>
      </p:grpSpPr>
      <p:pic>
        <p:nvPicPr>
          <p:cNvPr id="13" name="!!orb"/>
          <p:cNvPicPr>
            <a:picLocks xmlns:a="http://schemas.openxmlformats.org/drawingml/2006/main" noChangeAspect="1"/>
          </p:cNvPicPr>
          <p:nvPr/>
        </p:nvPicPr>
        <p:blipFill>
          <a:blip xmlns:r="http://schemas.openxmlformats.org/officeDocument/2006/relationships" xmlns:a="http://schemas.openxmlformats.org/drawingml/2006/main" r:embed="R4199e8986baf4e55"/>
          <a:stretch xmlns:a="http://schemas.openxmlformats.org/drawingml/2006/main">
            <a:fillRect l="0" t="0" r="0" b="0"/>
          </a:stretch>
        </p:blipFill>
        <p:spPr>
          <a:xfrm xmlns:a="http://schemas.openxmlformats.org/drawingml/2006/main">
            <a:off x="-1645920" y="1280160"/>
            <a:ext cx="6035040" cy="6035040"/>
          </a:xfrm>
          <a:prstGeom xmlns:a="http://schemas.openxmlformats.org/drawingml/2006/main" prst="rect">
            <a:avLst/>
          </a:prstGeom>
        </p:spPr>
      </p:pic>
      <p:pic>
        <p:nvPicPr>
          <p:cNvPr id="14" name="!!orb2"/>
          <p:cNvPicPr>
            <a:picLocks xmlns:a="http://schemas.openxmlformats.org/drawingml/2006/main" noChangeAspect="1"/>
          </p:cNvPicPr>
          <p:nvPr/>
        </p:nvPicPr>
        <p:blipFill>
          <a:blip xmlns:r="http://schemas.openxmlformats.org/officeDocument/2006/relationships" xmlns:a="http://schemas.openxmlformats.org/drawingml/2006/main" r:embed="R6f5091a3305d499b"/>
          <a:stretch xmlns:a="http://schemas.openxmlformats.org/drawingml/2006/main">
            <a:fillRect l="0" t="0" r="0" b="0"/>
          </a:stretch>
        </p:blipFill>
        <p:spPr>
          <a:xfrm xmlns:a="http://schemas.openxmlformats.org/drawingml/2006/main">
            <a:off x="8412480" y="3840480"/>
            <a:ext cx="4937760" cy="4937760"/>
          </a:xfrm>
          <a:prstGeom xmlns:a="http://schemas.openxmlformats.org/drawingml/2006/main" prst="rect">
            <a:avLst/>
          </a:prstGeom>
        </p:spPr>
      </p:pic>
      <p:sp>
        <p:nvSpPr>
          <p:cNvPr id="4" name="track">
            <a:extLst xmlns:a="http://schemas.openxmlformats.org/drawingml/2006/main">
              <a:ext uri="{FF2B5EF4-FFF2-40B4-BE49-F238E27FC236}">
                <a16:creationId xmlns:a16="http://schemas.microsoft.com/office/drawing/2014/main" id="{52D937E0-BB6F-4F62-B1B0-E7F2C6B3E4DB}"/>
              </a:ext>
            </a:extLst>
          </p:cNvPr>
          <p:cNvSpPr>
            <a:spLocks xmlns:a="http://schemas.openxmlformats.org/drawingml/2006/main" noGrp="1"/>
          </p:cNvSpPr>
          <p:nvPr/>
        </p:nvSpPr>
        <p:spPr>
          <a:xfrm xmlns:a="http://schemas.openxmlformats.org/drawingml/2006/main">
            <a:off x="822960" y="6451092"/>
            <a:ext cx="10545775" cy="16459"/>
          </a:xfrm>
          <a:prstGeom xmlns:a="http://schemas.openxmlformats.org/drawingml/2006/main" prst="rect">
            <a:avLst/>
          </a:prstGeom>
          <a:solidFill xmlns:a="http://schemas.openxmlformats.org/drawingml/2006/main">
            <a:srgbClr val="242C3B"/>
          </a:solidFill>
          <a:ln xmlns:a="http://schemas.openxmlformats.org/drawingml/2006/main" w="12700">
            <a:solidFill>
              <a:srgbClr val="242C3B"/>
            </a:solidFill>
            <a:prstDash val="solid"/>
          </a:ln>
        </p:spPr>
      </p:sp>
      <p:sp>
        <p:nvSpPr>
          <p:cNvPr id="5" name="!!bar">
            <a:extLst xmlns:a="http://schemas.openxmlformats.org/drawingml/2006/main">
              <a:ext uri="{FF2B5EF4-FFF2-40B4-BE49-F238E27FC236}">
                <a16:creationId xmlns:a16="http://schemas.microsoft.com/office/drawing/2014/main" id="{3FCC8C91-78D5-4C93-A48F-DD9B4BD4098A}"/>
              </a:ext>
            </a:extLst>
          </p:cNvPr>
          <p:cNvSpPr>
            <a:spLocks xmlns:a="http://schemas.openxmlformats.org/drawingml/2006/main" noGrp="1"/>
          </p:cNvSpPr>
          <p:nvPr/>
        </p:nvSpPr>
        <p:spPr>
          <a:xfrm xmlns:a="http://schemas.openxmlformats.org/drawingml/2006/main">
            <a:off x="822960" y="6446520"/>
            <a:ext cx="918876" cy="27432"/>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6" name="!!mark">
            <a:extLst xmlns:a="http://schemas.openxmlformats.org/drawingml/2006/main">
              <a:ext uri="{FF2B5EF4-FFF2-40B4-BE49-F238E27FC236}">
                <a16:creationId xmlns:a16="http://schemas.microsoft.com/office/drawing/2014/main" id="{D06D4451-7230-48AA-9F2A-2D1077DEC4B8}"/>
              </a:ext>
            </a:extLst>
          </p:cNvPr>
          <p:cNvSpPr>
            <a:spLocks xmlns:a="http://schemas.openxmlformats.org/drawingml/2006/main" noGrp="1"/>
          </p:cNvSpPr>
          <p:nvPr/>
        </p:nvSpPr>
        <p:spPr>
          <a:xfrm xmlns:a="http://schemas.openxmlformats.org/drawingml/2006/main" rot="2700000">
            <a:off x="822960" y="548640"/>
            <a:ext cx="137160" cy="137160"/>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7" name="!!kicker">
            <a:extLst xmlns:a="http://schemas.openxmlformats.org/drawingml/2006/main">
              <a:ext uri="{FF2B5EF4-FFF2-40B4-BE49-F238E27FC236}">
                <a16:creationId xmlns:a16="http://schemas.microsoft.com/office/drawing/2014/main" id="{9D2F9F9A-DA79-4223-8AE2-49DA84EA5121}"/>
              </a:ext>
            </a:extLst>
          </p:cNvPr>
          <p:cNvSpPr>
            <a:spLocks xmlns:a="http://schemas.openxmlformats.org/drawingml/2006/main" noGrp="1"/>
          </p:cNvSpPr>
          <p:nvPr/>
        </p:nvSpPr>
        <p:spPr>
          <a:xfrm xmlns:a="http://schemas.openxmlformats.org/drawingml/2006/main">
            <a:off x="1133856" y="457200"/>
            <a:ext cx="6400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spc="400">
                <a:solidFill>
                  <a:srgbClr val="8A94A8"/>
                </a:solidFill>
                <a:latin typeface="Arial"/>
                <a:ea typeface="Arial"/>
                <a:cs typeface="Arial"/>
              </a:rPr>
              <a:t>[YOUR TITLE GOES HERE]</a:t>
            </a:r>
            <a:endParaRPr sz="900"/>
          </a:p>
        </p:txBody>
      </p:sp>
      <p:sp>
        <p:nvSpPr>
          <p:cNvPr id="8" name="pageno">
            <a:extLst xmlns:a="http://schemas.openxmlformats.org/drawingml/2006/main">
              <a:ext uri="{FF2B5EF4-FFF2-40B4-BE49-F238E27FC236}">
                <a16:creationId xmlns:a16="http://schemas.microsoft.com/office/drawing/2014/main" id="{F561F95D-66EA-4CFC-9D38-E59FB6F779B7}"/>
              </a:ext>
            </a:extLst>
          </p:cNvPr>
          <p:cNvSpPr>
            <a:spLocks xmlns:a="http://schemas.openxmlformats.org/drawingml/2006/main" noGrp="1"/>
          </p:cNvSpPr>
          <p:nvPr/>
        </p:nvSpPr>
        <p:spPr>
          <a:xfrm xmlns:a="http://schemas.openxmlformats.org/drawingml/2006/main">
            <a:off x="9966960" y="457200"/>
            <a:ext cx="139903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spc="200">
                <a:solidFill>
                  <a:srgbClr val="8A94A8"/>
                </a:solidFill>
                <a:latin typeface="Arial"/>
                <a:ea typeface="Arial"/>
                <a:cs typeface="Arial"/>
              </a:rPr>
              <a:t>02 / 20</a:t>
            </a:r>
            <a:endParaRPr sz="900"/>
          </a:p>
        </p:txBody>
      </p:sp>
      <p:sp>
        <p:nvSpPr>
          <p:cNvPr id="9" name="Text 5">
            <a:extLst xmlns:a="http://schemas.openxmlformats.org/drawingml/2006/main">
              <a:ext uri="{FF2B5EF4-FFF2-40B4-BE49-F238E27FC236}">
                <a16:creationId xmlns:a16="http://schemas.microsoft.com/office/drawing/2014/main" id="{F773E81E-6002-442F-96F4-DE21AB0C97AC}"/>
              </a:ext>
            </a:extLst>
          </p:cNvPr>
          <p:cNvSpPr>
            <a:spLocks xmlns:a="http://schemas.openxmlformats.org/drawingml/2006/main" noGrp="1"/>
          </p:cNvSpPr>
          <p:nvPr/>
        </p:nvSpPr>
        <p:spPr>
          <a:xfrm xmlns:a="http://schemas.openxmlformats.org/drawingml/2006/main">
            <a:off x="822960" y="2057400"/>
            <a:ext cx="9509760" cy="24688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nSpc>
                <a:spcPts val="4600"/>
              </a:lnSpc>
              <a:buNone/>
            </a:pPr>
            <a:r>
              <a:rPr sz="3800" b="1">
                <a:solidFill>
                  <a:srgbClr val="EEF2F8"/>
                </a:solidFill>
                <a:latin typeface="Arial"/>
                <a:ea typeface="Arial"/>
                <a:cs typeface="Arial"/>
              </a:rPr>
              <a:t>[Write the one idea you want this room to remember. One sentence. No hedging.]</a:t>
            </a:r>
            <a:endParaRPr sz="3800"/>
          </a:p>
        </p:txBody>
      </p:sp>
      <p:sp>
        <p:nvSpPr>
          <p:cNvPr id="10" name="Text 6">
            <a:extLst xmlns:a="http://schemas.openxmlformats.org/drawingml/2006/main">
              <a:ext uri="{FF2B5EF4-FFF2-40B4-BE49-F238E27FC236}">
                <a16:creationId xmlns:a16="http://schemas.microsoft.com/office/drawing/2014/main" id="{C77632EA-7CC3-4A21-88EF-395A88A7F0A8}"/>
              </a:ext>
            </a:extLst>
          </p:cNvPr>
          <p:cNvSpPr>
            <a:spLocks xmlns:a="http://schemas.openxmlformats.org/drawingml/2006/main" noGrp="1"/>
          </p:cNvSpPr>
          <p:nvPr/>
        </p:nvSpPr>
        <p:spPr>
          <a:xfrm xmlns:a="http://schemas.openxmlformats.org/drawingml/2006/main">
            <a:off x="822960" y="5074920"/>
            <a:ext cx="76809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8A94A8"/>
                </a:solidFill>
                <a:latin typeface="Arial"/>
                <a:ea typeface="Arial"/>
                <a:cs typeface="Arial"/>
              </a:rPr>
              <a:t>[Optional supporting line, source, or the number that backs it up.]</a:t>
            </a:r>
            <a:endParaRPr sz="1300"/>
          </a:p>
        </p:txBody>
      </p:sp>
    </p:spTree>
    <p:extLst>
      <p:ext uri="{BB962C8B-B14F-4D97-AF65-F5344CB8AC3E}">
        <p14:creationId xmlns:p14="http://schemas.microsoft.com/office/powerpoint/2010/main" val="1734133315"/>
      </p:ext>
    </p:extLst>
  </p:cSld>
</p:sld>
</file>

<file path=ppt/slides/slide3.xml><?xml version="1.0" encoding="utf-8"?>
<p:sld xmlns:p="http://schemas.openxmlformats.org/presentationml/2006/main">
  <p:cSld>
    <p:bg>
      <p:bgPr>
        <a:blipFill xmlns:a="http://schemas.openxmlformats.org/drawingml/2006/main" rotWithShape="1">
          <a:blip xmlns:r="http://schemas.openxmlformats.org/officeDocument/2006/relationships" r:embed="Ra9460942135842aa">
            <a:lum/>
          </a:blip>
          <a:srcRect l="0" t="0" r="0" b="0"/>
          <a:stretch>
            <a:fillRect l="0" t="0" r="0" b="0"/>
          </a:stretch>
        </a:blipFill>
      </p:bgPr>
    </p:bg>
    <p:spTree>
      <p:nvGrpSpPr>
        <p:cNvPr id="1" name=""/>
        <p:cNvGrpSpPr/>
        <p:nvPr/>
      </p:nvGrpSpPr>
      <p:grpSpPr>
        <a:xfrm xmlns:a="http://schemas.openxmlformats.org/drawingml/2006/main"/>
      </p:grpSpPr>
      <p:pic>
        <p:nvPicPr>
          <p:cNvPr id="25" name="!!orb"/>
          <p:cNvPicPr>
            <a:picLocks xmlns:a="http://schemas.openxmlformats.org/drawingml/2006/main" noChangeAspect="1"/>
          </p:cNvPicPr>
          <p:nvPr/>
        </p:nvPicPr>
        <p:blipFill>
          <a:blip xmlns:r="http://schemas.openxmlformats.org/officeDocument/2006/relationships" xmlns:a="http://schemas.openxmlformats.org/drawingml/2006/main" r:embed="R148a89387c164401"/>
          <a:stretch xmlns:a="http://schemas.openxmlformats.org/drawingml/2006/main">
            <a:fillRect l="0" t="0" r="0" b="0"/>
          </a:stretch>
        </p:blipFill>
        <p:spPr>
          <a:xfrm xmlns:a="http://schemas.openxmlformats.org/drawingml/2006/main">
            <a:off x="7863840" y="-1097280"/>
            <a:ext cx="5852160" cy="5852160"/>
          </a:xfrm>
          <a:prstGeom xmlns:a="http://schemas.openxmlformats.org/drawingml/2006/main" prst="rect">
            <a:avLst/>
          </a:prstGeom>
        </p:spPr>
      </p:pic>
      <p:sp>
        <p:nvSpPr>
          <p:cNvPr id="3" name="track">
            <a:extLst xmlns:a="http://schemas.openxmlformats.org/drawingml/2006/main">
              <a:ext uri="{FF2B5EF4-FFF2-40B4-BE49-F238E27FC236}">
                <a16:creationId xmlns:a16="http://schemas.microsoft.com/office/drawing/2014/main" id="{86F08BCF-762D-44D8-8034-EEBA5B1B0586}"/>
              </a:ext>
            </a:extLst>
          </p:cNvPr>
          <p:cNvSpPr>
            <a:spLocks xmlns:a="http://schemas.openxmlformats.org/drawingml/2006/main" noGrp="1"/>
          </p:cNvSpPr>
          <p:nvPr/>
        </p:nvSpPr>
        <p:spPr>
          <a:xfrm xmlns:a="http://schemas.openxmlformats.org/drawingml/2006/main">
            <a:off x="822960" y="6451092"/>
            <a:ext cx="10545775" cy="16459"/>
          </a:xfrm>
          <a:prstGeom xmlns:a="http://schemas.openxmlformats.org/drawingml/2006/main" prst="rect">
            <a:avLst/>
          </a:prstGeom>
          <a:solidFill xmlns:a="http://schemas.openxmlformats.org/drawingml/2006/main">
            <a:srgbClr val="242C3B"/>
          </a:solidFill>
          <a:ln xmlns:a="http://schemas.openxmlformats.org/drawingml/2006/main" w="12700">
            <a:solidFill>
              <a:srgbClr val="242C3B"/>
            </a:solidFill>
            <a:prstDash val="solid"/>
          </a:ln>
        </p:spPr>
      </p:sp>
      <p:sp>
        <p:nvSpPr>
          <p:cNvPr id="4" name="!!bar">
            <a:extLst xmlns:a="http://schemas.openxmlformats.org/drawingml/2006/main">
              <a:ext uri="{FF2B5EF4-FFF2-40B4-BE49-F238E27FC236}">
                <a16:creationId xmlns:a16="http://schemas.microsoft.com/office/drawing/2014/main" id="{07E58EE1-4C1C-47CB-AFBD-77B32F98E519}"/>
              </a:ext>
            </a:extLst>
          </p:cNvPr>
          <p:cNvSpPr>
            <a:spLocks xmlns:a="http://schemas.openxmlformats.org/drawingml/2006/main" noGrp="1"/>
          </p:cNvSpPr>
          <p:nvPr/>
        </p:nvSpPr>
        <p:spPr>
          <a:xfrm xmlns:a="http://schemas.openxmlformats.org/drawingml/2006/main">
            <a:off x="822960" y="6446520"/>
            <a:ext cx="1453703" cy="27432"/>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5" name="!!mark">
            <a:extLst xmlns:a="http://schemas.openxmlformats.org/drawingml/2006/main">
              <a:ext uri="{FF2B5EF4-FFF2-40B4-BE49-F238E27FC236}">
                <a16:creationId xmlns:a16="http://schemas.microsoft.com/office/drawing/2014/main" id="{CB551E79-D5C7-46C3-8F9B-F37CD9708443}"/>
              </a:ext>
            </a:extLst>
          </p:cNvPr>
          <p:cNvSpPr>
            <a:spLocks xmlns:a="http://schemas.openxmlformats.org/drawingml/2006/main" noGrp="1"/>
          </p:cNvSpPr>
          <p:nvPr/>
        </p:nvSpPr>
        <p:spPr>
          <a:xfrm xmlns:a="http://schemas.openxmlformats.org/drawingml/2006/main" rot="2700000">
            <a:off x="822960" y="548640"/>
            <a:ext cx="137160" cy="137160"/>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6" name="!!kicker">
            <a:extLst xmlns:a="http://schemas.openxmlformats.org/drawingml/2006/main">
              <a:ext uri="{FF2B5EF4-FFF2-40B4-BE49-F238E27FC236}">
                <a16:creationId xmlns:a16="http://schemas.microsoft.com/office/drawing/2014/main" id="{46D407E4-C306-40E8-A600-6C558CC8765B}"/>
              </a:ext>
            </a:extLst>
          </p:cNvPr>
          <p:cNvSpPr>
            <a:spLocks xmlns:a="http://schemas.openxmlformats.org/drawingml/2006/main" noGrp="1"/>
          </p:cNvSpPr>
          <p:nvPr/>
        </p:nvSpPr>
        <p:spPr>
          <a:xfrm xmlns:a="http://schemas.openxmlformats.org/drawingml/2006/main">
            <a:off x="1133856" y="457200"/>
            <a:ext cx="6400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spc="400">
                <a:solidFill>
                  <a:srgbClr val="8A94A8"/>
                </a:solidFill>
                <a:latin typeface="Arial"/>
                <a:ea typeface="Arial"/>
                <a:cs typeface="Arial"/>
              </a:rPr>
              <a:t>CONTENTS</a:t>
            </a:r>
            <a:endParaRPr sz="900"/>
          </a:p>
        </p:txBody>
      </p:sp>
      <p:sp>
        <p:nvSpPr>
          <p:cNvPr id="7" name="pageno">
            <a:extLst xmlns:a="http://schemas.openxmlformats.org/drawingml/2006/main">
              <a:ext uri="{FF2B5EF4-FFF2-40B4-BE49-F238E27FC236}">
                <a16:creationId xmlns:a16="http://schemas.microsoft.com/office/drawing/2014/main" id="{740F52C4-D58F-4419-8194-05F0C12A5917}"/>
              </a:ext>
            </a:extLst>
          </p:cNvPr>
          <p:cNvSpPr>
            <a:spLocks xmlns:a="http://schemas.openxmlformats.org/drawingml/2006/main" noGrp="1"/>
          </p:cNvSpPr>
          <p:nvPr/>
        </p:nvSpPr>
        <p:spPr>
          <a:xfrm xmlns:a="http://schemas.openxmlformats.org/drawingml/2006/main">
            <a:off x="9966960" y="457200"/>
            <a:ext cx="139903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spc="200">
                <a:solidFill>
                  <a:srgbClr val="8A94A8"/>
                </a:solidFill>
                <a:latin typeface="Arial"/>
                <a:ea typeface="Arial"/>
                <a:cs typeface="Arial"/>
              </a:rPr>
              <a:t>03 / 20</a:t>
            </a:r>
            <a:endParaRPr sz="900"/>
          </a:p>
        </p:txBody>
      </p:sp>
      <p:sp>
        <p:nvSpPr>
          <p:cNvPr id="8" name="Text 5">
            <a:extLst xmlns:a="http://schemas.openxmlformats.org/drawingml/2006/main">
              <a:ext uri="{FF2B5EF4-FFF2-40B4-BE49-F238E27FC236}">
                <a16:creationId xmlns:a16="http://schemas.microsoft.com/office/drawing/2014/main" id="{261E2D26-D62E-426A-B376-D502BCB433FA}"/>
              </a:ext>
            </a:extLst>
          </p:cNvPr>
          <p:cNvSpPr>
            <a:spLocks xmlns:a="http://schemas.openxmlformats.org/drawingml/2006/main" noGrp="1"/>
          </p:cNvSpPr>
          <p:nvPr/>
        </p:nvSpPr>
        <p:spPr>
          <a:xfrm xmlns:a="http://schemas.openxmlformats.org/drawingml/2006/main">
            <a:off x="822960" y="1170432"/>
            <a:ext cx="731520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nSpc>
                <a:spcPts val="3420"/>
              </a:lnSpc>
              <a:buNone/>
            </a:pPr>
            <a:r>
              <a:rPr sz="3000" b="1">
                <a:solidFill>
                  <a:srgbClr val="EEF2F8"/>
                </a:solidFill>
                <a:latin typeface="Arial"/>
                <a:ea typeface="Arial"/>
                <a:cs typeface="Arial"/>
              </a:rPr>
              <a:t>What we will cover</a:t>
            </a:r>
            <a:endParaRPr sz="3000"/>
          </a:p>
        </p:txBody>
      </p:sp>
      <p:sp>
        <p:nvSpPr>
          <p:cNvPr id="9" name="!!num">
            <a:extLst xmlns:a="http://schemas.openxmlformats.org/drawingml/2006/main">
              <a:ext uri="{FF2B5EF4-FFF2-40B4-BE49-F238E27FC236}">
                <a16:creationId xmlns:a16="http://schemas.microsoft.com/office/drawing/2014/main" id="{EC94E38E-0DF8-4950-B496-EA1B0138E2CC}"/>
              </a:ext>
            </a:extLst>
          </p:cNvPr>
          <p:cNvSpPr>
            <a:spLocks xmlns:a="http://schemas.openxmlformats.org/drawingml/2006/main" noGrp="1"/>
          </p:cNvSpPr>
          <p:nvPr/>
        </p:nvSpPr>
        <p:spPr>
          <a:xfrm xmlns:a="http://schemas.openxmlformats.org/drawingml/2006/main">
            <a:off x="822960" y="2395728"/>
            <a:ext cx="8686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rgbClr val="FF6B35"/>
                </a:solidFill>
                <a:latin typeface="Arial"/>
                <a:ea typeface="Arial"/>
                <a:cs typeface="Arial"/>
              </a:rPr>
              <a:t>01</a:t>
            </a:r>
            <a:endParaRPr sz="2200"/>
          </a:p>
        </p:txBody>
      </p:sp>
      <p:sp>
        <p:nvSpPr>
          <p:cNvPr id="10" name="Text 7">
            <a:extLst xmlns:a="http://schemas.openxmlformats.org/drawingml/2006/main">
              <a:ext uri="{FF2B5EF4-FFF2-40B4-BE49-F238E27FC236}">
                <a16:creationId xmlns:a16="http://schemas.microsoft.com/office/drawing/2014/main" id="{A0E3C42A-8E6E-41EA-8071-AFA4785DD42B}"/>
              </a:ext>
            </a:extLst>
          </p:cNvPr>
          <p:cNvSpPr>
            <a:spLocks xmlns:a="http://schemas.openxmlformats.org/drawingml/2006/main" noGrp="1"/>
          </p:cNvSpPr>
          <p:nvPr/>
        </p:nvSpPr>
        <p:spPr>
          <a:xfrm xmlns:a="http://schemas.openxmlformats.org/drawingml/2006/main">
            <a:off x="1783080" y="2395728"/>
            <a:ext cx="42976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EEF2F8"/>
                </a:solidFill>
                <a:latin typeface="Arial"/>
                <a:ea typeface="Arial"/>
                <a:cs typeface="Arial"/>
              </a:rPr>
              <a:t>[Chapter one title]</a:t>
            </a:r>
            <a:endParaRPr sz="1800"/>
          </a:p>
        </p:txBody>
      </p:sp>
      <p:sp>
        <p:nvSpPr>
          <p:cNvPr id="11" name="Text 8">
            <a:extLst xmlns:a="http://schemas.openxmlformats.org/drawingml/2006/main">
              <a:ext uri="{FF2B5EF4-FFF2-40B4-BE49-F238E27FC236}">
                <a16:creationId xmlns:a16="http://schemas.microsoft.com/office/drawing/2014/main" id="{17BFF004-2147-40BC-8457-DD8B60CD0955}"/>
              </a:ext>
            </a:extLst>
          </p:cNvPr>
          <p:cNvSpPr>
            <a:spLocks xmlns:a="http://schemas.openxmlformats.org/drawingml/2006/main" noGrp="1"/>
          </p:cNvSpPr>
          <p:nvPr/>
        </p:nvSpPr>
        <p:spPr>
          <a:xfrm xmlns:a="http://schemas.openxmlformats.org/drawingml/2006/main">
            <a:off x="6355080" y="2395728"/>
            <a:ext cx="5010912"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8A94A8"/>
                </a:solidFill>
                <a:latin typeface="Arial"/>
                <a:ea typeface="Arial"/>
                <a:cs typeface="Arial"/>
              </a:rPr>
              <a:t>[One line on what this section proves.]</a:t>
            </a:r>
            <a:endParaRPr sz="1250"/>
          </a:p>
        </p:txBody>
      </p:sp>
      <p:sp>
        <p:nvSpPr>
          <p:cNvPr id="12" name="Shape 9">
            <a:extLst xmlns:a="http://schemas.openxmlformats.org/drawingml/2006/main">
              <a:ext uri="{FF2B5EF4-FFF2-40B4-BE49-F238E27FC236}">
                <a16:creationId xmlns:a16="http://schemas.microsoft.com/office/drawing/2014/main" id="{63EB0745-FAC8-48FA-BB7E-97031CE7B344}"/>
              </a:ext>
            </a:extLst>
          </p:cNvPr>
          <p:cNvSpPr>
            <a:spLocks xmlns:a="http://schemas.openxmlformats.org/drawingml/2006/main" noGrp="1"/>
          </p:cNvSpPr>
          <p:nvPr/>
        </p:nvSpPr>
        <p:spPr>
          <a:xfrm xmlns:a="http://schemas.openxmlformats.org/drawingml/2006/main">
            <a:off x="822960" y="3108960"/>
            <a:ext cx="10545775" cy="7315"/>
          </a:xfrm>
          <a:prstGeom xmlns:a="http://schemas.openxmlformats.org/drawingml/2006/main" prst="rect">
            <a:avLst/>
          </a:prstGeom>
          <a:solidFill xmlns:a="http://schemas.openxmlformats.org/drawingml/2006/main">
            <a:srgbClr val="242C3B"/>
          </a:solidFill>
          <a:ln xmlns:a="http://schemas.openxmlformats.org/drawingml/2006/main" w="12700">
            <a:solidFill>
              <a:srgbClr val="242C3B"/>
            </a:solidFill>
            <a:prstDash val="solid"/>
          </a:ln>
        </p:spPr>
      </p:sp>
      <p:sp>
        <p:nvSpPr>
          <p:cNvPr id="13" name="num1">
            <a:extLst xmlns:a="http://schemas.openxmlformats.org/drawingml/2006/main">
              <a:ext uri="{FF2B5EF4-FFF2-40B4-BE49-F238E27FC236}">
                <a16:creationId xmlns:a16="http://schemas.microsoft.com/office/drawing/2014/main" id="{29D5E596-309C-45E6-A72F-031F2B8922F4}"/>
              </a:ext>
            </a:extLst>
          </p:cNvPr>
          <p:cNvSpPr>
            <a:spLocks xmlns:a="http://schemas.openxmlformats.org/drawingml/2006/main" noGrp="1"/>
          </p:cNvSpPr>
          <p:nvPr/>
        </p:nvSpPr>
        <p:spPr>
          <a:xfrm xmlns:a="http://schemas.openxmlformats.org/drawingml/2006/main">
            <a:off x="822960" y="3328416"/>
            <a:ext cx="8686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rgbClr val="4A5468"/>
                </a:solidFill>
                <a:latin typeface="Arial"/>
                <a:ea typeface="Arial"/>
                <a:cs typeface="Arial"/>
              </a:rPr>
              <a:t>02</a:t>
            </a:r>
            <a:endParaRPr sz="2200"/>
          </a:p>
        </p:txBody>
      </p:sp>
      <p:sp>
        <p:nvSpPr>
          <p:cNvPr id="14" name="Text 11">
            <a:extLst xmlns:a="http://schemas.openxmlformats.org/drawingml/2006/main">
              <a:ext uri="{FF2B5EF4-FFF2-40B4-BE49-F238E27FC236}">
                <a16:creationId xmlns:a16="http://schemas.microsoft.com/office/drawing/2014/main" id="{B712C8B8-3436-4A92-92D2-2925C222B2BA}"/>
              </a:ext>
            </a:extLst>
          </p:cNvPr>
          <p:cNvSpPr>
            <a:spLocks xmlns:a="http://schemas.openxmlformats.org/drawingml/2006/main" noGrp="1"/>
          </p:cNvSpPr>
          <p:nvPr/>
        </p:nvSpPr>
        <p:spPr>
          <a:xfrm xmlns:a="http://schemas.openxmlformats.org/drawingml/2006/main">
            <a:off x="1783080" y="3328416"/>
            <a:ext cx="42976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EEF2F8"/>
                </a:solidFill>
                <a:latin typeface="Arial"/>
                <a:ea typeface="Arial"/>
                <a:cs typeface="Arial"/>
              </a:rPr>
              <a:t>[Chapter two title]</a:t>
            </a:r>
            <a:endParaRPr sz="1800"/>
          </a:p>
        </p:txBody>
      </p:sp>
      <p:sp>
        <p:nvSpPr>
          <p:cNvPr id="15" name="Text 12">
            <a:extLst xmlns:a="http://schemas.openxmlformats.org/drawingml/2006/main">
              <a:ext uri="{FF2B5EF4-FFF2-40B4-BE49-F238E27FC236}">
                <a16:creationId xmlns:a16="http://schemas.microsoft.com/office/drawing/2014/main" id="{CE6C9C4F-1962-469C-9953-6F4885DD5115}"/>
              </a:ext>
            </a:extLst>
          </p:cNvPr>
          <p:cNvSpPr>
            <a:spLocks xmlns:a="http://schemas.openxmlformats.org/drawingml/2006/main" noGrp="1"/>
          </p:cNvSpPr>
          <p:nvPr/>
        </p:nvSpPr>
        <p:spPr>
          <a:xfrm xmlns:a="http://schemas.openxmlformats.org/drawingml/2006/main">
            <a:off x="6355080" y="3328416"/>
            <a:ext cx="5010912"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8A94A8"/>
                </a:solidFill>
                <a:latin typeface="Arial"/>
                <a:ea typeface="Arial"/>
                <a:cs typeface="Arial"/>
              </a:rPr>
              <a:t>[One line on what this section proves.]</a:t>
            </a:r>
            <a:endParaRPr sz="1250"/>
          </a:p>
        </p:txBody>
      </p:sp>
      <p:sp>
        <p:nvSpPr>
          <p:cNvPr id="16" name="Shape 13">
            <a:extLst xmlns:a="http://schemas.openxmlformats.org/drawingml/2006/main">
              <a:ext uri="{FF2B5EF4-FFF2-40B4-BE49-F238E27FC236}">
                <a16:creationId xmlns:a16="http://schemas.microsoft.com/office/drawing/2014/main" id="{019D34C7-6400-4EAA-BF67-64DA83D63F86}"/>
              </a:ext>
            </a:extLst>
          </p:cNvPr>
          <p:cNvSpPr>
            <a:spLocks xmlns:a="http://schemas.openxmlformats.org/drawingml/2006/main" noGrp="1"/>
          </p:cNvSpPr>
          <p:nvPr/>
        </p:nvSpPr>
        <p:spPr>
          <a:xfrm xmlns:a="http://schemas.openxmlformats.org/drawingml/2006/main">
            <a:off x="822960" y="4041648"/>
            <a:ext cx="10545775" cy="7315"/>
          </a:xfrm>
          <a:prstGeom xmlns:a="http://schemas.openxmlformats.org/drawingml/2006/main" prst="rect">
            <a:avLst/>
          </a:prstGeom>
          <a:solidFill xmlns:a="http://schemas.openxmlformats.org/drawingml/2006/main">
            <a:srgbClr val="242C3B"/>
          </a:solidFill>
          <a:ln xmlns:a="http://schemas.openxmlformats.org/drawingml/2006/main" w="12700">
            <a:solidFill>
              <a:srgbClr val="242C3B"/>
            </a:solidFill>
            <a:prstDash val="solid"/>
          </a:ln>
        </p:spPr>
      </p:sp>
      <p:sp>
        <p:nvSpPr>
          <p:cNvPr id="17" name="num2">
            <a:extLst xmlns:a="http://schemas.openxmlformats.org/drawingml/2006/main">
              <a:ext uri="{FF2B5EF4-FFF2-40B4-BE49-F238E27FC236}">
                <a16:creationId xmlns:a16="http://schemas.microsoft.com/office/drawing/2014/main" id="{81847394-849D-4AEF-84E7-FF2520FF3AA0}"/>
              </a:ext>
            </a:extLst>
          </p:cNvPr>
          <p:cNvSpPr>
            <a:spLocks xmlns:a="http://schemas.openxmlformats.org/drawingml/2006/main" noGrp="1"/>
          </p:cNvSpPr>
          <p:nvPr/>
        </p:nvSpPr>
        <p:spPr>
          <a:xfrm xmlns:a="http://schemas.openxmlformats.org/drawingml/2006/main">
            <a:off x="822960" y="4261104"/>
            <a:ext cx="8686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rgbClr val="4A5468"/>
                </a:solidFill>
                <a:latin typeface="Arial"/>
                <a:ea typeface="Arial"/>
                <a:cs typeface="Arial"/>
              </a:rPr>
              <a:t>03</a:t>
            </a:r>
            <a:endParaRPr sz="2200"/>
          </a:p>
        </p:txBody>
      </p:sp>
      <p:sp>
        <p:nvSpPr>
          <p:cNvPr id="18" name="Text 15">
            <a:extLst xmlns:a="http://schemas.openxmlformats.org/drawingml/2006/main">
              <a:ext uri="{FF2B5EF4-FFF2-40B4-BE49-F238E27FC236}">
                <a16:creationId xmlns:a16="http://schemas.microsoft.com/office/drawing/2014/main" id="{4C140562-7438-47E1-943C-BD73884F90D3}"/>
              </a:ext>
            </a:extLst>
          </p:cNvPr>
          <p:cNvSpPr>
            <a:spLocks xmlns:a="http://schemas.openxmlformats.org/drawingml/2006/main" noGrp="1"/>
          </p:cNvSpPr>
          <p:nvPr/>
        </p:nvSpPr>
        <p:spPr>
          <a:xfrm xmlns:a="http://schemas.openxmlformats.org/drawingml/2006/main">
            <a:off x="1783080" y="4261104"/>
            <a:ext cx="42976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EEF2F8"/>
                </a:solidFill>
                <a:latin typeface="Arial"/>
                <a:ea typeface="Arial"/>
                <a:cs typeface="Arial"/>
              </a:rPr>
              <a:t>[Chapter three title]</a:t>
            </a:r>
            <a:endParaRPr sz="1800"/>
          </a:p>
        </p:txBody>
      </p:sp>
      <p:sp>
        <p:nvSpPr>
          <p:cNvPr id="19" name="Text 16">
            <a:extLst xmlns:a="http://schemas.openxmlformats.org/drawingml/2006/main">
              <a:ext uri="{FF2B5EF4-FFF2-40B4-BE49-F238E27FC236}">
                <a16:creationId xmlns:a16="http://schemas.microsoft.com/office/drawing/2014/main" id="{11A8F287-B698-4F0B-B928-D617F849BC19}"/>
              </a:ext>
            </a:extLst>
          </p:cNvPr>
          <p:cNvSpPr>
            <a:spLocks xmlns:a="http://schemas.openxmlformats.org/drawingml/2006/main" noGrp="1"/>
          </p:cNvSpPr>
          <p:nvPr/>
        </p:nvSpPr>
        <p:spPr>
          <a:xfrm xmlns:a="http://schemas.openxmlformats.org/drawingml/2006/main">
            <a:off x="6355080" y="4261104"/>
            <a:ext cx="5010912"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8A94A8"/>
                </a:solidFill>
                <a:latin typeface="Arial"/>
                <a:ea typeface="Arial"/>
                <a:cs typeface="Arial"/>
              </a:rPr>
              <a:t>[One line on what this section proves.]</a:t>
            </a:r>
            <a:endParaRPr sz="1250"/>
          </a:p>
        </p:txBody>
      </p:sp>
      <p:sp>
        <p:nvSpPr>
          <p:cNvPr id="20" name="Shape 17">
            <a:extLst xmlns:a="http://schemas.openxmlformats.org/drawingml/2006/main">
              <a:ext uri="{FF2B5EF4-FFF2-40B4-BE49-F238E27FC236}">
                <a16:creationId xmlns:a16="http://schemas.microsoft.com/office/drawing/2014/main" id="{D548E81C-361C-4285-B3F5-0962D289B05B}"/>
              </a:ext>
            </a:extLst>
          </p:cNvPr>
          <p:cNvSpPr>
            <a:spLocks xmlns:a="http://schemas.openxmlformats.org/drawingml/2006/main" noGrp="1"/>
          </p:cNvSpPr>
          <p:nvPr/>
        </p:nvSpPr>
        <p:spPr>
          <a:xfrm xmlns:a="http://schemas.openxmlformats.org/drawingml/2006/main">
            <a:off x="822960" y="4974336"/>
            <a:ext cx="10545775" cy="7315"/>
          </a:xfrm>
          <a:prstGeom xmlns:a="http://schemas.openxmlformats.org/drawingml/2006/main" prst="rect">
            <a:avLst/>
          </a:prstGeom>
          <a:solidFill xmlns:a="http://schemas.openxmlformats.org/drawingml/2006/main">
            <a:srgbClr val="242C3B"/>
          </a:solidFill>
          <a:ln xmlns:a="http://schemas.openxmlformats.org/drawingml/2006/main" w="12700">
            <a:solidFill>
              <a:srgbClr val="242C3B"/>
            </a:solidFill>
            <a:prstDash val="solid"/>
          </a:ln>
        </p:spPr>
      </p:sp>
      <p:sp>
        <p:nvSpPr>
          <p:cNvPr id="21" name="num3">
            <a:extLst xmlns:a="http://schemas.openxmlformats.org/drawingml/2006/main">
              <a:ext uri="{FF2B5EF4-FFF2-40B4-BE49-F238E27FC236}">
                <a16:creationId xmlns:a16="http://schemas.microsoft.com/office/drawing/2014/main" id="{DD8E4EF0-491C-4A3E-BAD7-5B14853B3192}"/>
              </a:ext>
            </a:extLst>
          </p:cNvPr>
          <p:cNvSpPr>
            <a:spLocks xmlns:a="http://schemas.openxmlformats.org/drawingml/2006/main" noGrp="1"/>
          </p:cNvSpPr>
          <p:nvPr/>
        </p:nvSpPr>
        <p:spPr>
          <a:xfrm xmlns:a="http://schemas.openxmlformats.org/drawingml/2006/main">
            <a:off x="822960" y="5193792"/>
            <a:ext cx="8686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rgbClr val="4A5468"/>
                </a:solidFill>
                <a:latin typeface="Arial"/>
                <a:ea typeface="Arial"/>
                <a:cs typeface="Arial"/>
              </a:rPr>
              <a:t>04</a:t>
            </a:r>
            <a:endParaRPr sz="2200"/>
          </a:p>
        </p:txBody>
      </p:sp>
      <p:sp>
        <p:nvSpPr>
          <p:cNvPr id="22" name="Text 19">
            <a:extLst xmlns:a="http://schemas.openxmlformats.org/drawingml/2006/main">
              <a:ext uri="{FF2B5EF4-FFF2-40B4-BE49-F238E27FC236}">
                <a16:creationId xmlns:a16="http://schemas.microsoft.com/office/drawing/2014/main" id="{294B6B1D-7049-4D46-8DE4-CB0480829857}"/>
              </a:ext>
            </a:extLst>
          </p:cNvPr>
          <p:cNvSpPr>
            <a:spLocks xmlns:a="http://schemas.openxmlformats.org/drawingml/2006/main" noGrp="1"/>
          </p:cNvSpPr>
          <p:nvPr/>
        </p:nvSpPr>
        <p:spPr>
          <a:xfrm xmlns:a="http://schemas.openxmlformats.org/drawingml/2006/main">
            <a:off x="1783080" y="5193792"/>
            <a:ext cx="42976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EEF2F8"/>
                </a:solidFill>
                <a:latin typeface="Arial"/>
                <a:ea typeface="Arial"/>
                <a:cs typeface="Arial"/>
              </a:rPr>
              <a:t>[Chapter four title]</a:t>
            </a:r>
            <a:endParaRPr sz="1800"/>
          </a:p>
        </p:txBody>
      </p:sp>
      <p:sp>
        <p:nvSpPr>
          <p:cNvPr id="23" name="Text 20">
            <a:extLst xmlns:a="http://schemas.openxmlformats.org/drawingml/2006/main">
              <a:ext uri="{FF2B5EF4-FFF2-40B4-BE49-F238E27FC236}">
                <a16:creationId xmlns:a16="http://schemas.microsoft.com/office/drawing/2014/main" id="{66EE4174-F816-40DE-A934-90ABB86BD287}"/>
              </a:ext>
            </a:extLst>
          </p:cNvPr>
          <p:cNvSpPr>
            <a:spLocks xmlns:a="http://schemas.openxmlformats.org/drawingml/2006/main" noGrp="1"/>
          </p:cNvSpPr>
          <p:nvPr/>
        </p:nvSpPr>
        <p:spPr>
          <a:xfrm xmlns:a="http://schemas.openxmlformats.org/drawingml/2006/main">
            <a:off x="6355080" y="5193792"/>
            <a:ext cx="5010912"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8A94A8"/>
                </a:solidFill>
                <a:latin typeface="Arial"/>
                <a:ea typeface="Arial"/>
                <a:cs typeface="Arial"/>
              </a:rPr>
              <a:t>[One line on what this section proves.]</a:t>
            </a:r>
            <a:endParaRPr sz="1250"/>
          </a:p>
        </p:txBody>
      </p:sp>
    </p:spTree>
    <p:extLst>
      <p:ext uri="{BB962C8B-B14F-4D97-AF65-F5344CB8AC3E}">
        <p14:creationId xmlns:p14="http://schemas.microsoft.com/office/powerpoint/2010/main" val="1730298593"/>
      </p:ext>
    </p:extLst>
  </p:cSld>
</p:sld>
</file>

<file path=ppt/slides/slide4.xml><?xml version="1.0" encoding="utf-8"?>
<p:sld xmlns:p="http://schemas.openxmlformats.org/presentationml/2006/main">
  <p:cSld>
    <p:bg>
      <p:bgPr>
        <a:blipFill xmlns:a="http://schemas.openxmlformats.org/drawingml/2006/main" rotWithShape="1">
          <a:blip xmlns:r="http://schemas.openxmlformats.org/officeDocument/2006/relationships" r:embed="Rdb2e3ce24c554516">
            <a:lum/>
          </a:blip>
          <a:srcRect l="0" t="0" r="0" b="0"/>
          <a:stretch>
            <a:fillRect l="0" t="0" r="0" b="0"/>
          </a:stretch>
        </a:blipFill>
      </p:bgPr>
    </p:bg>
    <p:spTree>
      <p:nvGrpSpPr>
        <p:cNvPr id="1" name=""/>
        <p:cNvGrpSpPr/>
        <p:nvPr/>
      </p:nvGrpSpPr>
      <p:grpSpPr>
        <a:xfrm xmlns:a="http://schemas.openxmlformats.org/drawingml/2006/main"/>
      </p:grpSpPr>
      <p:pic>
        <p:nvPicPr>
          <p:cNvPr id="12" name="!!orb"/>
          <p:cNvPicPr>
            <a:picLocks xmlns:a="http://schemas.openxmlformats.org/drawingml/2006/main" noChangeAspect="1"/>
          </p:cNvPicPr>
          <p:nvPr/>
        </p:nvPicPr>
        <p:blipFill>
          <a:blip xmlns:r="http://schemas.openxmlformats.org/officeDocument/2006/relationships" xmlns:a="http://schemas.openxmlformats.org/drawingml/2006/main" r:embed="R4d429d47845b4678"/>
          <a:stretch xmlns:a="http://schemas.openxmlformats.org/drawingml/2006/main">
            <a:fillRect l="0" t="0" r="0" b="0"/>
          </a:stretch>
        </p:blipFill>
        <p:spPr>
          <a:xfrm xmlns:a="http://schemas.openxmlformats.org/drawingml/2006/main">
            <a:off x="-2011680" y="2011680"/>
            <a:ext cx="6949440" cy="6949440"/>
          </a:xfrm>
          <a:prstGeom xmlns:a="http://schemas.openxmlformats.org/drawingml/2006/main" prst="rect">
            <a:avLst/>
          </a:prstGeom>
        </p:spPr>
      </p:pic>
      <p:sp>
        <p:nvSpPr>
          <p:cNvPr id="3" name="track">
            <a:extLst xmlns:a="http://schemas.openxmlformats.org/drawingml/2006/main">
              <a:ext uri="{FF2B5EF4-FFF2-40B4-BE49-F238E27FC236}">
                <a16:creationId xmlns:a16="http://schemas.microsoft.com/office/drawing/2014/main" id="{CC01762F-6EB3-4982-8749-E641C27966EF}"/>
              </a:ext>
            </a:extLst>
          </p:cNvPr>
          <p:cNvSpPr>
            <a:spLocks xmlns:a="http://schemas.openxmlformats.org/drawingml/2006/main" noGrp="1"/>
          </p:cNvSpPr>
          <p:nvPr/>
        </p:nvSpPr>
        <p:spPr>
          <a:xfrm xmlns:a="http://schemas.openxmlformats.org/drawingml/2006/main">
            <a:off x="822960" y="6451092"/>
            <a:ext cx="10545775" cy="16459"/>
          </a:xfrm>
          <a:prstGeom xmlns:a="http://schemas.openxmlformats.org/drawingml/2006/main" prst="rect">
            <a:avLst/>
          </a:prstGeom>
          <a:solidFill xmlns:a="http://schemas.openxmlformats.org/drawingml/2006/main">
            <a:srgbClr val="242C3B"/>
          </a:solidFill>
          <a:ln xmlns:a="http://schemas.openxmlformats.org/drawingml/2006/main" w="12700">
            <a:solidFill>
              <a:srgbClr val="242C3B"/>
            </a:solidFill>
            <a:prstDash val="solid"/>
          </a:ln>
        </p:spPr>
      </p:sp>
      <p:sp>
        <p:nvSpPr>
          <p:cNvPr id="4" name="!!bar">
            <a:extLst xmlns:a="http://schemas.openxmlformats.org/drawingml/2006/main">
              <a:ext uri="{FF2B5EF4-FFF2-40B4-BE49-F238E27FC236}">
                <a16:creationId xmlns:a16="http://schemas.microsoft.com/office/drawing/2014/main" id="{C3D6D90D-DF66-4BA2-80E2-4EE0BA97C5C4}"/>
              </a:ext>
            </a:extLst>
          </p:cNvPr>
          <p:cNvSpPr>
            <a:spLocks xmlns:a="http://schemas.openxmlformats.org/drawingml/2006/main" noGrp="1"/>
          </p:cNvSpPr>
          <p:nvPr/>
        </p:nvSpPr>
        <p:spPr>
          <a:xfrm xmlns:a="http://schemas.openxmlformats.org/drawingml/2006/main">
            <a:off x="822960" y="6446520"/>
            <a:ext cx="1988531" cy="27432"/>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5" name="!!mark">
            <a:extLst xmlns:a="http://schemas.openxmlformats.org/drawingml/2006/main">
              <a:ext uri="{FF2B5EF4-FFF2-40B4-BE49-F238E27FC236}">
                <a16:creationId xmlns:a16="http://schemas.microsoft.com/office/drawing/2014/main" id="{E4E3C475-8510-4E17-BE69-64A67B85E5D3}"/>
              </a:ext>
            </a:extLst>
          </p:cNvPr>
          <p:cNvSpPr>
            <a:spLocks xmlns:a="http://schemas.openxmlformats.org/drawingml/2006/main" noGrp="1"/>
          </p:cNvSpPr>
          <p:nvPr/>
        </p:nvSpPr>
        <p:spPr>
          <a:xfrm xmlns:a="http://schemas.openxmlformats.org/drawingml/2006/main" rot="2700000">
            <a:off x="822960" y="548640"/>
            <a:ext cx="137160" cy="137160"/>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6" name="!!kicker">
            <a:extLst xmlns:a="http://schemas.openxmlformats.org/drawingml/2006/main">
              <a:ext uri="{FF2B5EF4-FFF2-40B4-BE49-F238E27FC236}">
                <a16:creationId xmlns:a16="http://schemas.microsoft.com/office/drawing/2014/main" id="{BB2E7E6E-7D98-4770-9C1A-342020D74D0D}"/>
              </a:ext>
            </a:extLst>
          </p:cNvPr>
          <p:cNvSpPr>
            <a:spLocks xmlns:a="http://schemas.openxmlformats.org/drawingml/2006/main" noGrp="1"/>
          </p:cNvSpPr>
          <p:nvPr/>
        </p:nvSpPr>
        <p:spPr>
          <a:xfrm xmlns:a="http://schemas.openxmlformats.org/drawingml/2006/main">
            <a:off x="1133856" y="457200"/>
            <a:ext cx="6400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spc="400">
                <a:solidFill>
                  <a:srgbClr val="8A94A8"/>
                </a:solidFill>
                <a:latin typeface="Arial"/>
                <a:ea typeface="Arial"/>
                <a:cs typeface="Arial"/>
              </a:rPr>
              <a:t>CHAPTER 01</a:t>
            </a:r>
            <a:endParaRPr sz="900"/>
          </a:p>
        </p:txBody>
      </p:sp>
      <p:sp>
        <p:nvSpPr>
          <p:cNvPr id="7" name="pageno">
            <a:extLst xmlns:a="http://schemas.openxmlformats.org/drawingml/2006/main">
              <a:ext uri="{FF2B5EF4-FFF2-40B4-BE49-F238E27FC236}">
                <a16:creationId xmlns:a16="http://schemas.microsoft.com/office/drawing/2014/main" id="{37D10A50-5A3E-4601-B967-A5065EC6A083}"/>
              </a:ext>
            </a:extLst>
          </p:cNvPr>
          <p:cNvSpPr>
            <a:spLocks xmlns:a="http://schemas.openxmlformats.org/drawingml/2006/main" noGrp="1"/>
          </p:cNvSpPr>
          <p:nvPr/>
        </p:nvSpPr>
        <p:spPr>
          <a:xfrm xmlns:a="http://schemas.openxmlformats.org/drawingml/2006/main">
            <a:off x="9966960" y="457200"/>
            <a:ext cx="139903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spc="200">
                <a:solidFill>
                  <a:srgbClr val="8A94A8"/>
                </a:solidFill>
                <a:latin typeface="Arial"/>
                <a:ea typeface="Arial"/>
                <a:cs typeface="Arial"/>
              </a:rPr>
              <a:t>04 / 20</a:t>
            </a:r>
            <a:endParaRPr sz="900"/>
          </a:p>
        </p:txBody>
      </p:sp>
      <p:sp>
        <p:nvSpPr>
          <p:cNvPr id="8" name="!!num">
            <a:extLst xmlns:a="http://schemas.openxmlformats.org/drawingml/2006/main">
              <a:ext uri="{FF2B5EF4-FFF2-40B4-BE49-F238E27FC236}">
                <a16:creationId xmlns:a16="http://schemas.microsoft.com/office/drawing/2014/main" id="{3A76D1D9-7EBF-4434-832A-596B45885986}"/>
              </a:ext>
            </a:extLst>
          </p:cNvPr>
          <p:cNvSpPr>
            <a:spLocks xmlns:a="http://schemas.openxmlformats.org/drawingml/2006/main" noGrp="1"/>
          </p:cNvSpPr>
          <p:nvPr/>
        </p:nvSpPr>
        <p:spPr>
          <a:xfrm xmlns:a="http://schemas.openxmlformats.org/drawingml/2006/main">
            <a:off x="5394960" y="685800"/>
            <a:ext cx="5971032" cy="5120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21000" b="1" spc="-800">
                <a:solidFill>
                  <a:srgbClr val="1F2735"/>
                </a:solidFill>
                <a:latin typeface="Arial"/>
                <a:ea typeface="Arial"/>
                <a:cs typeface="Arial"/>
              </a:rPr>
              <a:t>01</a:t>
            </a:r>
            <a:endParaRPr sz="21000"/>
          </a:p>
        </p:txBody>
      </p:sp>
      <p:sp>
        <p:nvSpPr>
          <p:cNvPr id="9" name="Text 6">
            <a:extLst xmlns:a="http://schemas.openxmlformats.org/drawingml/2006/main">
              <a:ext uri="{FF2B5EF4-FFF2-40B4-BE49-F238E27FC236}">
                <a16:creationId xmlns:a16="http://schemas.microsoft.com/office/drawing/2014/main" id="{4CA51771-5BFE-4150-995C-A7758BAB4417}"/>
              </a:ext>
            </a:extLst>
          </p:cNvPr>
          <p:cNvSpPr>
            <a:spLocks xmlns:a="http://schemas.openxmlformats.org/drawingml/2006/main" noGrp="1"/>
          </p:cNvSpPr>
          <p:nvPr/>
        </p:nvSpPr>
        <p:spPr>
          <a:xfrm xmlns:a="http://schemas.openxmlformats.org/drawingml/2006/main">
            <a:off x="822960" y="2514600"/>
            <a:ext cx="6035040" cy="19202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nSpc>
                <a:spcPts val="5000"/>
              </a:lnSpc>
              <a:buNone/>
            </a:pPr>
            <a:r>
              <a:rPr sz="4400" b="1">
                <a:solidFill>
                  <a:srgbClr val="EEF2F8"/>
                </a:solidFill>
                <a:latin typeface="Arial"/>
                <a:ea typeface="Arial"/>
                <a:cs typeface="Arial"/>
              </a:rPr>
              <a:t>[Chapter one</a:t>
            </a:r>
            <a:endParaRPr sz="4400"/>
          </a:p>
          <a:p xmlns:a="http://schemas.openxmlformats.org/drawingml/2006/main">
            <a:pPr marL="0" indent="0">
              <a:lnSpc>
                <a:spcPts val="5000"/>
              </a:lnSpc>
              <a:buNone/>
            </a:pPr>
            <a:r>
              <a:rPr sz="4400" b="1">
                <a:solidFill>
                  <a:srgbClr val="EEF2F8"/>
                </a:solidFill>
                <a:latin typeface="Arial"/>
                <a:ea typeface="Arial"/>
                <a:cs typeface="Arial"/>
              </a:rPr>
              <a:t>title]</a:t>
            </a:r>
            <a:endParaRPr sz="4400"/>
          </a:p>
        </p:txBody>
      </p:sp>
      <p:sp>
        <p:nvSpPr>
          <p:cNvPr id="10" name="Text 7">
            <a:extLst xmlns:a="http://schemas.openxmlformats.org/drawingml/2006/main">
              <a:ext uri="{FF2B5EF4-FFF2-40B4-BE49-F238E27FC236}">
                <a16:creationId xmlns:a16="http://schemas.microsoft.com/office/drawing/2014/main" id="{84F6AF19-28D6-4DA9-80A3-C3E807ED7841}"/>
              </a:ext>
            </a:extLst>
          </p:cNvPr>
          <p:cNvSpPr>
            <a:spLocks xmlns:a="http://schemas.openxmlformats.org/drawingml/2006/main" noGrp="1"/>
          </p:cNvSpPr>
          <p:nvPr/>
        </p:nvSpPr>
        <p:spPr>
          <a:xfrm xmlns:a="http://schemas.openxmlformats.org/drawingml/2006/main">
            <a:off x="822960" y="4572000"/>
            <a:ext cx="539496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025"/>
              </a:lnSpc>
              <a:buNone/>
            </a:pPr>
            <a:r>
              <a:rPr sz="1350">
                <a:solidFill>
                  <a:srgbClr val="8A94A8"/>
                </a:solidFill>
                <a:latin typeface="Arial"/>
                <a:ea typeface="Arial"/>
                <a:cs typeface="Arial"/>
              </a:rPr>
              <a:t>[One line on what this section proves and why it matters to the people in the room.]</a:t>
            </a:r>
            <a:endParaRPr sz="1350"/>
          </a:p>
        </p:txBody>
      </p:sp>
    </p:spTree>
    <p:extLst>
      <p:ext uri="{BB962C8B-B14F-4D97-AF65-F5344CB8AC3E}">
        <p14:creationId xmlns:p14="http://schemas.microsoft.com/office/powerpoint/2010/main" val="1087804544"/>
      </p:ext>
    </p:extLst>
  </p:cSld>
</p:sld>
</file>

<file path=ppt/slides/slide5.xml><?xml version="1.0" encoding="utf-8"?>
<p:sld xmlns:p="http://schemas.openxmlformats.org/presentationml/2006/main">
  <p:cSld>
    <p:bg>
      <p:bgPr>
        <a:blipFill xmlns:a="http://schemas.openxmlformats.org/drawingml/2006/main" rotWithShape="1">
          <a:blip xmlns:r="http://schemas.openxmlformats.org/officeDocument/2006/relationships" r:embed="Ra1e5ba25b6c14089">
            <a:lum/>
          </a:blip>
          <a:srcRect l="0" t="0" r="0" b="0"/>
          <a:stretch>
            <a:fillRect l="0" t="0" r="0" b="0"/>
          </a:stretch>
        </a:blipFill>
      </p:bgPr>
    </p:bg>
    <p:spTree>
      <p:nvGrpSpPr>
        <p:cNvPr id="1" name=""/>
        <p:cNvGrpSpPr/>
        <p:nvPr/>
      </p:nvGrpSpPr>
      <p:grpSpPr>
        <a:xfrm xmlns:a="http://schemas.openxmlformats.org/drawingml/2006/main"/>
      </p:grpSpPr>
      <p:pic>
        <p:nvPicPr>
          <p:cNvPr id="20" name="!!orb"/>
          <p:cNvPicPr>
            <a:picLocks xmlns:a="http://schemas.openxmlformats.org/drawingml/2006/main" noChangeAspect="1"/>
          </p:cNvPicPr>
          <p:nvPr/>
        </p:nvPicPr>
        <p:blipFill>
          <a:blip xmlns:r="http://schemas.openxmlformats.org/officeDocument/2006/relationships" xmlns:a="http://schemas.openxmlformats.org/drawingml/2006/main" r:embed="Reddc3a6cf6fe4df5"/>
          <a:stretch xmlns:a="http://schemas.openxmlformats.org/drawingml/2006/main">
            <a:fillRect l="0" t="0" r="0" b="0"/>
          </a:stretch>
        </p:blipFill>
        <p:spPr>
          <a:xfrm xmlns:a="http://schemas.openxmlformats.org/drawingml/2006/main">
            <a:off x="-2377440" y="4023360"/>
            <a:ext cx="4754880" cy="4754880"/>
          </a:xfrm>
          <a:prstGeom xmlns:a="http://schemas.openxmlformats.org/drawingml/2006/main" prst="rect">
            <a:avLst/>
          </a:prstGeom>
        </p:spPr>
      </p:pic>
      <p:pic>
        <p:nvPicPr>
          <p:cNvPr id="21" name="!!art"/>
          <p:cNvPicPr>
            <a:picLocks xmlns:a="http://schemas.openxmlformats.org/drawingml/2006/main" noChangeAspect="1"/>
          </p:cNvPicPr>
          <p:nvPr/>
        </p:nvPicPr>
        <p:blipFill>
          <a:blip xmlns:r="http://schemas.openxmlformats.org/officeDocument/2006/relationships" xmlns:a="http://schemas.openxmlformats.org/drawingml/2006/main" r:embed="Rf4bac3d8cdd34459"/>
          <a:srcRect xmlns:a="http://schemas.openxmlformats.org/drawingml/2006/main" l="0" t="0" r="0" b="0"/>
          <a:stretch xmlns:a="http://schemas.openxmlformats.org/drawingml/2006/main"/>
        </p:blipFill>
        <p:spPr>
          <a:xfrm xmlns:a="http://schemas.openxmlformats.org/drawingml/2006/main">
            <a:off x="6400800" y="0"/>
            <a:ext cx="5790895" cy="6858000"/>
          </a:xfrm>
          <a:prstGeom xmlns:a="http://schemas.openxmlformats.org/drawingml/2006/main" prst="rect">
            <a:avLst/>
          </a:prstGeom>
        </p:spPr>
      </p:pic>
      <p:sp>
        <p:nvSpPr>
          <p:cNvPr id="4" name="track">
            <a:extLst xmlns:a="http://schemas.openxmlformats.org/drawingml/2006/main">
              <a:ext uri="{FF2B5EF4-FFF2-40B4-BE49-F238E27FC236}">
                <a16:creationId xmlns:a16="http://schemas.microsoft.com/office/drawing/2014/main" id="{85A8109B-346B-4EE2-9C2A-BDEED8702E2A}"/>
              </a:ext>
            </a:extLst>
          </p:cNvPr>
          <p:cNvSpPr>
            <a:spLocks xmlns:a="http://schemas.openxmlformats.org/drawingml/2006/main" noGrp="1"/>
          </p:cNvSpPr>
          <p:nvPr/>
        </p:nvSpPr>
        <p:spPr>
          <a:xfrm xmlns:a="http://schemas.openxmlformats.org/drawingml/2006/main">
            <a:off x="822960" y="6451092"/>
            <a:ext cx="10545775" cy="16459"/>
          </a:xfrm>
          <a:prstGeom xmlns:a="http://schemas.openxmlformats.org/drawingml/2006/main" prst="rect">
            <a:avLst/>
          </a:prstGeom>
          <a:solidFill xmlns:a="http://schemas.openxmlformats.org/drawingml/2006/main">
            <a:srgbClr val="242C3B"/>
          </a:solidFill>
          <a:ln xmlns:a="http://schemas.openxmlformats.org/drawingml/2006/main" w="12700">
            <a:solidFill>
              <a:srgbClr val="242C3B"/>
            </a:solidFill>
            <a:prstDash val="solid"/>
          </a:ln>
        </p:spPr>
      </p:sp>
      <p:sp>
        <p:nvSpPr>
          <p:cNvPr id="5" name="!!bar">
            <a:extLst xmlns:a="http://schemas.openxmlformats.org/drawingml/2006/main">
              <a:ext uri="{FF2B5EF4-FFF2-40B4-BE49-F238E27FC236}">
                <a16:creationId xmlns:a16="http://schemas.microsoft.com/office/drawing/2014/main" id="{48812BA8-1584-4D66-94E7-11708A2E585E}"/>
              </a:ext>
            </a:extLst>
          </p:cNvPr>
          <p:cNvSpPr>
            <a:spLocks xmlns:a="http://schemas.openxmlformats.org/drawingml/2006/main" noGrp="1"/>
          </p:cNvSpPr>
          <p:nvPr/>
        </p:nvSpPr>
        <p:spPr>
          <a:xfrm xmlns:a="http://schemas.openxmlformats.org/drawingml/2006/main">
            <a:off x="822960" y="6446520"/>
            <a:ext cx="2523359" cy="27432"/>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6" name="!!mark">
            <a:extLst xmlns:a="http://schemas.openxmlformats.org/drawingml/2006/main">
              <a:ext uri="{FF2B5EF4-FFF2-40B4-BE49-F238E27FC236}">
                <a16:creationId xmlns:a16="http://schemas.microsoft.com/office/drawing/2014/main" id="{89C2F34D-A09F-4469-8E5D-59C302AB110F}"/>
              </a:ext>
            </a:extLst>
          </p:cNvPr>
          <p:cNvSpPr>
            <a:spLocks xmlns:a="http://schemas.openxmlformats.org/drawingml/2006/main" noGrp="1"/>
          </p:cNvSpPr>
          <p:nvPr/>
        </p:nvSpPr>
        <p:spPr>
          <a:xfrm xmlns:a="http://schemas.openxmlformats.org/drawingml/2006/main" rot="2700000">
            <a:off x="822960" y="548640"/>
            <a:ext cx="137160" cy="137160"/>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7" name="!!kicker">
            <a:extLst xmlns:a="http://schemas.openxmlformats.org/drawingml/2006/main">
              <a:ext uri="{FF2B5EF4-FFF2-40B4-BE49-F238E27FC236}">
                <a16:creationId xmlns:a16="http://schemas.microsoft.com/office/drawing/2014/main" id="{65BD4875-2DE0-4C8A-B55B-72F6964169A3}"/>
              </a:ext>
            </a:extLst>
          </p:cNvPr>
          <p:cNvSpPr>
            <a:spLocks xmlns:a="http://schemas.openxmlformats.org/drawingml/2006/main" noGrp="1"/>
          </p:cNvSpPr>
          <p:nvPr/>
        </p:nvSpPr>
        <p:spPr>
          <a:xfrm xmlns:a="http://schemas.openxmlformats.org/drawingml/2006/main">
            <a:off x="1133856" y="457200"/>
            <a:ext cx="6400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spc="400">
                <a:solidFill>
                  <a:srgbClr val="8A94A8"/>
                </a:solidFill>
                <a:latin typeface="Arial"/>
                <a:ea typeface="Arial"/>
                <a:cs typeface="Arial"/>
              </a:rPr>
              <a:t>CHAPTER 01</a:t>
            </a:r>
            <a:endParaRPr sz="900"/>
          </a:p>
        </p:txBody>
      </p:sp>
      <p:sp>
        <p:nvSpPr>
          <p:cNvPr id="8" name="pageno">
            <a:extLst xmlns:a="http://schemas.openxmlformats.org/drawingml/2006/main">
              <a:ext uri="{FF2B5EF4-FFF2-40B4-BE49-F238E27FC236}">
                <a16:creationId xmlns:a16="http://schemas.microsoft.com/office/drawing/2014/main" id="{6103AA99-4D49-41B6-8AD2-C44B691AD5BA}"/>
              </a:ext>
            </a:extLst>
          </p:cNvPr>
          <p:cNvSpPr>
            <a:spLocks xmlns:a="http://schemas.openxmlformats.org/drawingml/2006/main" noGrp="1"/>
          </p:cNvSpPr>
          <p:nvPr/>
        </p:nvSpPr>
        <p:spPr>
          <a:xfrm xmlns:a="http://schemas.openxmlformats.org/drawingml/2006/main">
            <a:off x="9966960" y="457200"/>
            <a:ext cx="139903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spc="200">
                <a:solidFill>
                  <a:srgbClr val="8A94A8"/>
                </a:solidFill>
                <a:latin typeface="Arial"/>
                <a:ea typeface="Arial"/>
                <a:cs typeface="Arial"/>
              </a:rPr>
              <a:t>05 / 20</a:t>
            </a:r>
            <a:endParaRPr sz="900"/>
          </a:p>
        </p:txBody>
      </p:sp>
      <p:sp>
        <p:nvSpPr>
          <p:cNvPr id="9" name="!!num">
            <a:extLst xmlns:a="http://schemas.openxmlformats.org/drawingml/2006/main">
              <a:ext uri="{FF2B5EF4-FFF2-40B4-BE49-F238E27FC236}">
                <a16:creationId xmlns:a16="http://schemas.microsoft.com/office/drawing/2014/main" id="{91EF6F1E-D24E-42AD-9FC4-0F23F1E4A7F7}"/>
              </a:ext>
            </a:extLst>
          </p:cNvPr>
          <p:cNvSpPr>
            <a:spLocks xmlns:a="http://schemas.openxmlformats.org/drawingml/2006/main" noGrp="1"/>
          </p:cNvSpPr>
          <p:nvPr/>
        </p:nvSpPr>
        <p:spPr>
          <a:xfrm xmlns:a="http://schemas.openxmlformats.org/drawingml/2006/main">
            <a:off x="822960" y="1115568"/>
            <a:ext cx="914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FF6B35"/>
                </a:solidFill>
                <a:latin typeface="Arial"/>
                <a:ea typeface="Arial"/>
                <a:cs typeface="Arial"/>
              </a:rPr>
              <a:t>01</a:t>
            </a:r>
            <a:endParaRPr sz="2000"/>
          </a:p>
        </p:txBody>
      </p:sp>
      <p:sp>
        <p:nvSpPr>
          <p:cNvPr id="10" name="Text 6">
            <a:extLst xmlns:a="http://schemas.openxmlformats.org/drawingml/2006/main">
              <a:ext uri="{FF2B5EF4-FFF2-40B4-BE49-F238E27FC236}">
                <a16:creationId xmlns:a16="http://schemas.microsoft.com/office/drawing/2014/main" id="{95133381-D636-406B-AFF2-9D1CF921C783}"/>
              </a:ext>
            </a:extLst>
          </p:cNvPr>
          <p:cNvSpPr>
            <a:spLocks xmlns:a="http://schemas.openxmlformats.org/drawingml/2006/main" noGrp="1"/>
          </p:cNvSpPr>
          <p:nvPr/>
        </p:nvSpPr>
        <p:spPr>
          <a:xfrm xmlns:a="http://schemas.openxmlformats.org/drawingml/2006/main">
            <a:off x="822960" y="1719072"/>
            <a:ext cx="502920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nSpc>
                <a:spcPts val="3306"/>
              </a:lnSpc>
              <a:buNone/>
            </a:pPr>
            <a:r>
              <a:rPr sz="2900" b="1">
                <a:solidFill>
                  <a:srgbClr val="EEF2F8"/>
                </a:solidFill>
                <a:latin typeface="Arial"/>
                <a:ea typeface="Arial"/>
                <a:cs typeface="Arial"/>
              </a:rPr>
              <a:t>[Section headline that</a:t>
            </a:r>
            <a:endParaRPr sz="2900"/>
          </a:p>
          <a:p xmlns:a="http://schemas.openxmlformats.org/drawingml/2006/main">
            <a:pPr marL="0" indent="0">
              <a:lnSpc>
                <a:spcPts val="3306"/>
              </a:lnSpc>
              <a:buNone/>
            </a:pPr>
            <a:r>
              <a:rPr sz="2900" b="1">
                <a:solidFill>
                  <a:srgbClr val="EEF2F8"/>
                </a:solidFill>
                <a:latin typeface="Arial"/>
                <a:ea typeface="Arial"/>
                <a:cs typeface="Arial"/>
              </a:rPr>
              <a:t>states a position]</a:t>
            </a:r>
            <a:endParaRPr sz="2900"/>
          </a:p>
        </p:txBody>
      </p:sp>
      <p:sp>
        <p:nvSpPr>
          <p:cNvPr id="11" name="Text 7">
            <a:extLst xmlns:a="http://schemas.openxmlformats.org/drawingml/2006/main">
              <a:ext uri="{FF2B5EF4-FFF2-40B4-BE49-F238E27FC236}">
                <a16:creationId xmlns:a16="http://schemas.microsoft.com/office/drawing/2014/main" id="{89AA9AAE-C58A-459B-BF43-1FC67765FCD1}"/>
              </a:ext>
            </a:extLst>
          </p:cNvPr>
          <p:cNvSpPr>
            <a:spLocks xmlns:a="http://schemas.openxmlformats.org/drawingml/2006/main" noGrp="1"/>
          </p:cNvSpPr>
          <p:nvPr/>
        </p:nvSpPr>
        <p:spPr>
          <a:xfrm xmlns:a="http://schemas.openxmlformats.org/drawingml/2006/main">
            <a:off x="822960" y="3127248"/>
            <a:ext cx="493776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025"/>
              </a:lnSpc>
              <a:buNone/>
            </a:pPr>
            <a:r>
              <a:rPr sz="1350">
                <a:solidFill>
                  <a:srgbClr val="8A94A8"/>
                </a:solidFill>
                <a:latin typeface="Arial"/>
                <a:ea typeface="Arial"/>
                <a:cs typeface="Arial"/>
              </a:rPr>
              <a:t>[Two or three lines of context. Set out what is true today, in plain language, with the number that anchors it. Frame every figure with a time period and a comparison so the reader can judge it.]</a:t>
            </a:r>
            <a:endParaRPr sz="1350"/>
          </a:p>
        </p:txBody>
      </p:sp>
      <p:sp>
        <p:nvSpPr>
          <p:cNvPr id="12" name="Shape 8">
            <a:extLst xmlns:a="http://schemas.openxmlformats.org/drawingml/2006/main">
              <a:ext uri="{FF2B5EF4-FFF2-40B4-BE49-F238E27FC236}">
                <a16:creationId xmlns:a16="http://schemas.microsoft.com/office/drawing/2014/main" id="{6028AE3E-B823-4B7F-BDB5-36365B54FE51}"/>
              </a:ext>
            </a:extLst>
          </p:cNvPr>
          <p:cNvSpPr>
            <a:spLocks xmlns:a="http://schemas.openxmlformats.org/drawingml/2006/main" noGrp="1"/>
          </p:cNvSpPr>
          <p:nvPr/>
        </p:nvSpPr>
        <p:spPr>
          <a:xfrm xmlns:a="http://schemas.openxmlformats.org/drawingml/2006/main" rot="2700000">
            <a:off x="822960" y="4809744"/>
            <a:ext cx="82296" cy="82296"/>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13" name="Text 9">
            <a:extLst xmlns:a="http://schemas.openxmlformats.org/drawingml/2006/main">
              <a:ext uri="{FF2B5EF4-FFF2-40B4-BE49-F238E27FC236}">
                <a16:creationId xmlns:a16="http://schemas.microsoft.com/office/drawing/2014/main" id="{27FEDB74-CD82-4018-BAF0-91D3B628AE8B}"/>
              </a:ext>
            </a:extLst>
          </p:cNvPr>
          <p:cNvSpPr>
            <a:spLocks xmlns:a="http://schemas.openxmlformats.org/drawingml/2006/main" noGrp="1"/>
          </p:cNvSpPr>
          <p:nvPr/>
        </p:nvSpPr>
        <p:spPr>
          <a:xfrm xmlns:a="http://schemas.openxmlformats.org/drawingml/2006/main">
            <a:off x="1133856" y="4709160"/>
            <a:ext cx="45720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EEF2F8"/>
                </a:solidFill>
                <a:latin typeface="Arial"/>
                <a:ea typeface="Arial"/>
                <a:cs typeface="Arial"/>
              </a:rPr>
              <a:t>[Point one, in six words]</a:t>
            </a:r>
            <a:endParaRPr sz="1250"/>
          </a:p>
        </p:txBody>
      </p:sp>
      <p:sp>
        <p:nvSpPr>
          <p:cNvPr id="14" name="Shape 10">
            <a:extLst xmlns:a="http://schemas.openxmlformats.org/drawingml/2006/main">
              <a:ext uri="{FF2B5EF4-FFF2-40B4-BE49-F238E27FC236}">
                <a16:creationId xmlns:a16="http://schemas.microsoft.com/office/drawing/2014/main" id="{53905B6B-8500-49F5-9AEE-ACBD85BDD7DB}"/>
              </a:ext>
            </a:extLst>
          </p:cNvPr>
          <p:cNvSpPr>
            <a:spLocks xmlns:a="http://schemas.openxmlformats.org/drawingml/2006/main" noGrp="1"/>
          </p:cNvSpPr>
          <p:nvPr/>
        </p:nvSpPr>
        <p:spPr>
          <a:xfrm xmlns:a="http://schemas.openxmlformats.org/drawingml/2006/main" rot="2700000">
            <a:off x="822960" y="5230368"/>
            <a:ext cx="82296" cy="82296"/>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15" name="Text 11">
            <a:extLst xmlns:a="http://schemas.openxmlformats.org/drawingml/2006/main">
              <a:ext uri="{FF2B5EF4-FFF2-40B4-BE49-F238E27FC236}">
                <a16:creationId xmlns:a16="http://schemas.microsoft.com/office/drawing/2014/main" id="{89553068-D764-496D-AB86-8DA8496D4C9D}"/>
              </a:ext>
            </a:extLst>
          </p:cNvPr>
          <p:cNvSpPr>
            <a:spLocks xmlns:a="http://schemas.openxmlformats.org/drawingml/2006/main" noGrp="1"/>
          </p:cNvSpPr>
          <p:nvPr/>
        </p:nvSpPr>
        <p:spPr>
          <a:xfrm xmlns:a="http://schemas.openxmlformats.org/drawingml/2006/main">
            <a:off x="1133856" y="5129784"/>
            <a:ext cx="45720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EEF2F8"/>
                </a:solidFill>
                <a:latin typeface="Arial"/>
                <a:ea typeface="Arial"/>
                <a:cs typeface="Arial"/>
              </a:rPr>
              <a:t>[Point two, in six words]</a:t>
            </a:r>
            <a:endParaRPr sz="1250"/>
          </a:p>
        </p:txBody>
      </p:sp>
      <p:sp>
        <p:nvSpPr>
          <p:cNvPr id="16" name="Shape 12">
            <a:extLst xmlns:a="http://schemas.openxmlformats.org/drawingml/2006/main">
              <a:ext uri="{FF2B5EF4-FFF2-40B4-BE49-F238E27FC236}">
                <a16:creationId xmlns:a16="http://schemas.microsoft.com/office/drawing/2014/main" id="{C396844A-23BD-430A-B579-752F674CE027}"/>
              </a:ext>
            </a:extLst>
          </p:cNvPr>
          <p:cNvSpPr>
            <a:spLocks xmlns:a="http://schemas.openxmlformats.org/drawingml/2006/main" noGrp="1"/>
          </p:cNvSpPr>
          <p:nvPr/>
        </p:nvSpPr>
        <p:spPr>
          <a:xfrm xmlns:a="http://schemas.openxmlformats.org/drawingml/2006/main" rot="2700000">
            <a:off x="822960" y="5650992"/>
            <a:ext cx="82296" cy="82296"/>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17" name="Text 13">
            <a:extLst xmlns:a="http://schemas.openxmlformats.org/drawingml/2006/main">
              <a:ext uri="{FF2B5EF4-FFF2-40B4-BE49-F238E27FC236}">
                <a16:creationId xmlns:a16="http://schemas.microsoft.com/office/drawing/2014/main" id="{FF06A71C-A99E-4F64-8BA4-DA05FC69C0AC}"/>
              </a:ext>
            </a:extLst>
          </p:cNvPr>
          <p:cNvSpPr>
            <a:spLocks xmlns:a="http://schemas.openxmlformats.org/drawingml/2006/main" noGrp="1"/>
          </p:cNvSpPr>
          <p:nvPr/>
        </p:nvSpPr>
        <p:spPr>
          <a:xfrm xmlns:a="http://schemas.openxmlformats.org/drawingml/2006/main">
            <a:off x="1133856" y="5550408"/>
            <a:ext cx="45720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EEF2F8"/>
                </a:solidFill>
                <a:latin typeface="Arial"/>
                <a:ea typeface="Arial"/>
                <a:cs typeface="Arial"/>
              </a:rPr>
              <a:t>[Point three, in six words]</a:t>
            </a:r>
            <a:endParaRPr sz="1250"/>
          </a:p>
        </p:txBody>
      </p:sp>
    </p:spTree>
    <p:extLst>
      <p:ext uri="{BB962C8B-B14F-4D97-AF65-F5344CB8AC3E}">
        <p14:creationId xmlns:p14="http://schemas.microsoft.com/office/powerpoint/2010/main" val="38768971"/>
      </p:ext>
    </p:extLst>
  </p:cSld>
</p:sld>
</file>

<file path=ppt/slides/slide6.xml><?xml version="1.0" encoding="utf-8"?>
<p:sld xmlns:p="http://schemas.openxmlformats.org/presentationml/2006/main">
  <p:cSld>
    <p:bg>
      <p:bgPr>
        <a:blipFill xmlns:a="http://schemas.openxmlformats.org/drawingml/2006/main" rotWithShape="1">
          <a:blip xmlns:r="http://schemas.openxmlformats.org/officeDocument/2006/relationships" r:embed="Rd293cd4259914c14">
            <a:lum/>
          </a:blip>
          <a:srcRect l="0" t="0" r="0" b="0"/>
          <a:stretch>
            <a:fillRect l="0" t="0" r="0" b="0"/>
          </a:stretch>
        </a:blipFill>
      </p:bgPr>
    </p:bg>
    <p:spTree>
      <p:nvGrpSpPr>
        <p:cNvPr id="1" name=""/>
        <p:cNvGrpSpPr/>
        <p:nvPr/>
      </p:nvGrpSpPr>
      <p:grpSpPr>
        <a:xfrm xmlns:a="http://schemas.openxmlformats.org/drawingml/2006/main"/>
      </p:grpSpPr>
      <p:pic>
        <p:nvPicPr>
          <p:cNvPr id="13" name="!!orb"/>
          <p:cNvPicPr>
            <a:picLocks xmlns:a="http://schemas.openxmlformats.org/drawingml/2006/main" noChangeAspect="1"/>
          </p:cNvPicPr>
          <p:nvPr/>
        </p:nvPicPr>
        <p:blipFill>
          <a:blip xmlns:r="http://schemas.openxmlformats.org/officeDocument/2006/relationships" xmlns:a="http://schemas.openxmlformats.org/drawingml/2006/main" r:embed="R79d71a718a4345ea"/>
          <a:stretch xmlns:a="http://schemas.openxmlformats.org/drawingml/2006/main">
            <a:fillRect l="0" t="0" r="0" b="0"/>
          </a:stretch>
        </p:blipFill>
        <p:spPr>
          <a:xfrm xmlns:a="http://schemas.openxmlformats.org/drawingml/2006/main">
            <a:off x="2651760" y="457200"/>
            <a:ext cx="7315200" cy="7315200"/>
          </a:xfrm>
          <a:prstGeom xmlns:a="http://schemas.openxmlformats.org/drawingml/2006/main" prst="rect">
            <a:avLst/>
          </a:prstGeom>
        </p:spPr>
      </p:pic>
      <p:pic>
        <p:nvPicPr>
          <p:cNvPr id="14" name="!!orb2"/>
          <p:cNvPicPr>
            <a:picLocks xmlns:a="http://schemas.openxmlformats.org/drawingml/2006/main" noChangeAspect="1"/>
          </p:cNvPicPr>
          <p:nvPr/>
        </p:nvPicPr>
        <p:blipFill>
          <a:blip xmlns:r="http://schemas.openxmlformats.org/officeDocument/2006/relationships" xmlns:a="http://schemas.openxmlformats.org/drawingml/2006/main" r:embed="R04e27ccaac03435a"/>
          <a:stretch xmlns:a="http://schemas.openxmlformats.org/drawingml/2006/main">
            <a:fillRect l="0" t="0" r="0" b="0"/>
          </a:stretch>
        </p:blipFill>
        <p:spPr>
          <a:xfrm xmlns:a="http://schemas.openxmlformats.org/drawingml/2006/main">
            <a:off x="-1828800" y="4206240"/>
            <a:ext cx="4572000" cy="4572000"/>
          </a:xfrm>
          <a:prstGeom xmlns:a="http://schemas.openxmlformats.org/drawingml/2006/main" prst="rect">
            <a:avLst/>
          </a:prstGeom>
        </p:spPr>
      </p:pic>
      <p:sp>
        <p:nvSpPr>
          <p:cNvPr id="4" name="track">
            <a:extLst xmlns:a="http://schemas.openxmlformats.org/drawingml/2006/main">
              <a:ext uri="{FF2B5EF4-FFF2-40B4-BE49-F238E27FC236}">
                <a16:creationId xmlns:a16="http://schemas.microsoft.com/office/drawing/2014/main" id="{2C0161BA-1439-44CF-A810-51A0F02808C8}"/>
              </a:ext>
            </a:extLst>
          </p:cNvPr>
          <p:cNvSpPr>
            <a:spLocks xmlns:a="http://schemas.openxmlformats.org/drawingml/2006/main" noGrp="1"/>
          </p:cNvSpPr>
          <p:nvPr/>
        </p:nvSpPr>
        <p:spPr>
          <a:xfrm xmlns:a="http://schemas.openxmlformats.org/drawingml/2006/main">
            <a:off x="822960" y="6451092"/>
            <a:ext cx="10545775" cy="16459"/>
          </a:xfrm>
          <a:prstGeom xmlns:a="http://schemas.openxmlformats.org/drawingml/2006/main" prst="rect">
            <a:avLst/>
          </a:prstGeom>
          <a:solidFill xmlns:a="http://schemas.openxmlformats.org/drawingml/2006/main">
            <a:srgbClr val="242C3B"/>
          </a:solidFill>
          <a:ln xmlns:a="http://schemas.openxmlformats.org/drawingml/2006/main" w="12700">
            <a:solidFill>
              <a:srgbClr val="242C3B"/>
            </a:solidFill>
            <a:prstDash val="solid"/>
          </a:ln>
        </p:spPr>
      </p:sp>
      <p:sp>
        <p:nvSpPr>
          <p:cNvPr id="5" name="!!bar">
            <a:extLst xmlns:a="http://schemas.openxmlformats.org/drawingml/2006/main">
              <a:ext uri="{FF2B5EF4-FFF2-40B4-BE49-F238E27FC236}">
                <a16:creationId xmlns:a16="http://schemas.microsoft.com/office/drawing/2014/main" id="{95824EB9-3B3C-4F70-A93F-ABE7B67F00E1}"/>
              </a:ext>
            </a:extLst>
          </p:cNvPr>
          <p:cNvSpPr>
            <a:spLocks xmlns:a="http://schemas.openxmlformats.org/drawingml/2006/main" noGrp="1"/>
          </p:cNvSpPr>
          <p:nvPr/>
        </p:nvSpPr>
        <p:spPr>
          <a:xfrm xmlns:a="http://schemas.openxmlformats.org/drawingml/2006/main">
            <a:off x="822960" y="6446520"/>
            <a:ext cx="3058187" cy="27432"/>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6" name="!!mark">
            <a:extLst xmlns:a="http://schemas.openxmlformats.org/drawingml/2006/main">
              <a:ext uri="{FF2B5EF4-FFF2-40B4-BE49-F238E27FC236}">
                <a16:creationId xmlns:a16="http://schemas.microsoft.com/office/drawing/2014/main" id="{C0A3502A-55D3-4426-8421-6088EA18B1A1}"/>
              </a:ext>
            </a:extLst>
          </p:cNvPr>
          <p:cNvSpPr>
            <a:spLocks xmlns:a="http://schemas.openxmlformats.org/drawingml/2006/main" noGrp="1"/>
          </p:cNvSpPr>
          <p:nvPr/>
        </p:nvSpPr>
        <p:spPr>
          <a:xfrm xmlns:a="http://schemas.openxmlformats.org/drawingml/2006/main" rot="2700000">
            <a:off x="822960" y="548640"/>
            <a:ext cx="137160" cy="137160"/>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7" name="!!kicker">
            <a:extLst xmlns:a="http://schemas.openxmlformats.org/drawingml/2006/main">
              <a:ext uri="{FF2B5EF4-FFF2-40B4-BE49-F238E27FC236}">
                <a16:creationId xmlns:a16="http://schemas.microsoft.com/office/drawing/2014/main" id="{86AA9FAB-C781-4DE5-B83C-4FFA2CDEDFF0}"/>
              </a:ext>
            </a:extLst>
          </p:cNvPr>
          <p:cNvSpPr>
            <a:spLocks xmlns:a="http://schemas.openxmlformats.org/drawingml/2006/main" noGrp="1"/>
          </p:cNvSpPr>
          <p:nvPr/>
        </p:nvSpPr>
        <p:spPr>
          <a:xfrm xmlns:a="http://schemas.openxmlformats.org/drawingml/2006/main">
            <a:off x="1133856" y="457200"/>
            <a:ext cx="6400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spc="400">
                <a:solidFill>
                  <a:srgbClr val="8A94A8"/>
                </a:solidFill>
                <a:latin typeface="Arial"/>
                <a:ea typeface="Arial"/>
                <a:cs typeface="Arial"/>
              </a:rPr>
              <a:t>THE ARGUMENT</a:t>
            </a:r>
            <a:endParaRPr sz="900"/>
          </a:p>
        </p:txBody>
      </p:sp>
      <p:sp>
        <p:nvSpPr>
          <p:cNvPr id="8" name="pageno">
            <a:extLst xmlns:a="http://schemas.openxmlformats.org/drawingml/2006/main">
              <a:ext uri="{FF2B5EF4-FFF2-40B4-BE49-F238E27FC236}">
                <a16:creationId xmlns:a16="http://schemas.microsoft.com/office/drawing/2014/main" id="{3A15A3B0-BC39-43B1-B6D2-38304EE9A12C}"/>
              </a:ext>
            </a:extLst>
          </p:cNvPr>
          <p:cNvSpPr>
            <a:spLocks xmlns:a="http://schemas.openxmlformats.org/drawingml/2006/main" noGrp="1"/>
          </p:cNvSpPr>
          <p:nvPr/>
        </p:nvSpPr>
        <p:spPr>
          <a:xfrm xmlns:a="http://schemas.openxmlformats.org/drawingml/2006/main">
            <a:off x="9966960" y="457200"/>
            <a:ext cx="139903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spc="200">
                <a:solidFill>
                  <a:srgbClr val="8A94A8"/>
                </a:solidFill>
                <a:latin typeface="Arial"/>
                <a:ea typeface="Arial"/>
                <a:cs typeface="Arial"/>
              </a:rPr>
              <a:t>06 / 20</a:t>
            </a:r>
            <a:endParaRPr sz="900"/>
          </a:p>
        </p:txBody>
      </p:sp>
      <p:sp>
        <p:nvSpPr>
          <p:cNvPr id="9" name="Text 5">
            <a:extLst xmlns:a="http://schemas.openxmlformats.org/drawingml/2006/main">
              <a:ext uri="{FF2B5EF4-FFF2-40B4-BE49-F238E27FC236}">
                <a16:creationId xmlns:a16="http://schemas.microsoft.com/office/drawing/2014/main" id="{06D2B5C5-B519-4472-B983-AEBCA3559EA0}"/>
              </a:ext>
            </a:extLst>
          </p:cNvPr>
          <p:cNvSpPr>
            <a:spLocks xmlns:a="http://schemas.openxmlformats.org/drawingml/2006/main" noGrp="1"/>
          </p:cNvSpPr>
          <p:nvPr/>
        </p:nvSpPr>
        <p:spPr>
          <a:xfrm xmlns:a="http://schemas.openxmlformats.org/drawingml/2006/main">
            <a:off x="822960" y="2148840"/>
            <a:ext cx="10058400" cy="23774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lnSpc>
                <a:spcPts val="5400"/>
              </a:lnSpc>
              <a:buNone/>
            </a:pPr>
            <a:r>
              <a:rPr sz="4600" b="1">
                <a:solidFill>
                  <a:srgbClr val="EEF2F8"/>
                </a:solidFill>
                <a:latin typeface="Arial"/>
                <a:ea typeface="Arial"/>
                <a:cs typeface="Arial"/>
              </a:rPr>
              <a:t>[The big idea, in eight words or fewer.]</a:t>
            </a:r>
            <a:endParaRPr sz="4600"/>
          </a:p>
        </p:txBody>
      </p:sp>
      <p:sp>
        <p:nvSpPr>
          <p:cNvPr id="10" name="Text 6">
            <a:extLst xmlns:a="http://schemas.openxmlformats.org/drawingml/2006/main">
              <a:ext uri="{FF2B5EF4-FFF2-40B4-BE49-F238E27FC236}">
                <a16:creationId xmlns:a16="http://schemas.microsoft.com/office/drawing/2014/main" id="{5BC6CBD9-5D95-49E1-9799-9EF18DFBCAFC}"/>
              </a:ext>
            </a:extLst>
          </p:cNvPr>
          <p:cNvSpPr>
            <a:spLocks xmlns:a="http://schemas.openxmlformats.org/drawingml/2006/main" noGrp="1"/>
          </p:cNvSpPr>
          <p:nvPr/>
        </p:nvSpPr>
        <p:spPr>
          <a:xfrm xmlns:a="http://schemas.openxmlformats.org/drawingml/2006/main">
            <a:off x="822960" y="4892040"/>
            <a:ext cx="7315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spc="100">
                <a:solidFill>
                  <a:srgbClr val="8A94A8"/>
                </a:solidFill>
                <a:latin typeface="Arial"/>
                <a:ea typeface="Arial"/>
                <a:cs typeface="Arial"/>
              </a:rPr>
              <a:t>[Who says so, and on what evidence.]</a:t>
            </a:r>
            <a:endParaRPr sz="1200"/>
          </a:p>
        </p:txBody>
      </p:sp>
    </p:spTree>
    <p:extLst>
      <p:ext uri="{BB962C8B-B14F-4D97-AF65-F5344CB8AC3E}">
        <p14:creationId xmlns:p14="http://schemas.microsoft.com/office/powerpoint/2010/main" val="810914789"/>
      </p:ext>
    </p:extLst>
  </p:cSld>
</p:sld>
</file>

<file path=ppt/slides/slide7.xml><?xml version="1.0" encoding="utf-8"?>
<p:sld xmlns:p="http://schemas.openxmlformats.org/presentationml/2006/main">
  <p:cSld>
    <p:bg>
      <p:bgPr>
        <a:blipFill xmlns:a="http://schemas.openxmlformats.org/drawingml/2006/main" rotWithShape="1">
          <a:blip xmlns:r="http://schemas.openxmlformats.org/officeDocument/2006/relationships" r:embed="R6c3e0ef8b5af4111">
            <a:lum/>
          </a:blip>
          <a:srcRect l="0" t="0" r="0" b="0"/>
          <a:stretch>
            <a:fillRect l="0" t="0" r="0" b="0"/>
          </a:stretch>
        </a:blipFill>
      </p:bgPr>
    </p:bg>
    <p:spTree>
      <p:nvGrpSpPr>
        <p:cNvPr id="1" name=""/>
        <p:cNvGrpSpPr/>
        <p:nvPr/>
      </p:nvGrpSpPr>
      <p:grpSpPr>
        <a:xfrm xmlns:a="http://schemas.openxmlformats.org/drawingml/2006/main"/>
      </p:grpSpPr>
      <p:pic>
        <p:nvPicPr>
          <p:cNvPr id="25" name="!!orb"/>
          <p:cNvPicPr>
            <a:picLocks xmlns:a="http://schemas.openxmlformats.org/drawingml/2006/main" noChangeAspect="1"/>
          </p:cNvPicPr>
          <p:nvPr/>
        </p:nvPicPr>
        <p:blipFill>
          <a:blip xmlns:r="http://schemas.openxmlformats.org/officeDocument/2006/relationships" xmlns:a="http://schemas.openxmlformats.org/drawingml/2006/main" r:embed="R67c297a6843a46c4"/>
          <a:stretch xmlns:a="http://schemas.openxmlformats.org/drawingml/2006/main">
            <a:fillRect l="0" t="0" r="0" b="0"/>
          </a:stretch>
        </p:blipFill>
        <p:spPr>
          <a:xfrm xmlns:a="http://schemas.openxmlformats.org/drawingml/2006/main">
            <a:off x="8229600" y="-1463040"/>
            <a:ext cx="5486400" cy="5486400"/>
          </a:xfrm>
          <a:prstGeom xmlns:a="http://schemas.openxmlformats.org/drawingml/2006/main" prst="rect">
            <a:avLst/>
          </a:prstGeom>
        </p:spPr>
      </p:pic>
      <p:sp>
        <p:nvSpPr>
          <p:cNvPr id="3" name="track">
            <a:extLst xmlns:a="http://schemas.openxmlformats.org/drawingml/2006/main">
              <a:ext uri="{FF2B5EF4-FFF2-40B4-BE49-F238E27FC236}">
                <a16:creationId xmlns:a16="http://schemas.microsoft.com/office/drawing/2014/main" id="{5B09CE31-374B-4134-B6BE-9C55FDE818F3}"/>
              </a:ext>
            </a:extLst>
          </p:cNvPr>
          <p:cNvSpPr>
            <a:spLocks xmlns:a="http://schemas.openxmlformats.org/drawingml/2006/main" noGrp="1"/>
          </p:cNvSpPr>
          <p:nvPr/>
        </p:nvSpPr>
        <p:spPr>
          <a:xfrm xmlns:a="http://schemas.openxmlformats.org/drawingml/2006/main">
            <a:off x="822960" y="6451092"/>
            <a:ext cx="10545775" cy="16459"/>
          </a:xfrm>
          <a:prstGeom xmlns:a="http://schemas.openxmlformats.org/drawingml/2006/main" prst="rect">
            <a:avLst/>
          </a:prstGeom>
          <a:solidFill xmlns:a="http://schemas.openxmlformats.org/drawingml/2006/main">
            <a:srgbClr val="242C3B"/>
          </a:solidFill>
          <a:ln xmlns:a="http://schemas.openxmlformats.org/drawingml/2006/main" w="12700">
            <a:solidFill>
              <a:srgbClr val="242C3B"/>
            </a:solidFill>
            <a:prstDash val="solid"/>
          </a:ln>
        </p:spPr>
      </p:sp>
      <p:sp>
        <p:nvSpPr>
          <p:cNvPr id="4" name="!!bar">
            <a:extLst xmlns:a="http://schemas.openxmlformats.org/drawingml/2006/main">
              <a:ext uri="{FF2B5EF4-FFF2-40B4-BE49-F238E27FC236}">
                <a16:creationId xmlns:a16="http://schemas.microsoft.com/office/drawing/2014/main" id="{952BAAEC-1A6B-4788-8147-5F1D328BA908}"/>
              </a:ext>
            </a:extLst>
          </p:cNvPr>
          <p:cNvSpPr>
            <a:spLocks xmlns:a="http://schemas.openxmlformats.org/drawingml/2006/main" noGrp="1"/>
          </p:cNvSpPr>
          <p:nvPr/>
        </p:nvSpPr>
        <p:spPr>
          <a:xfrm xmlns:a="http://schemas.openxmlformats.org/drawingml/2006/main">
            <a:off x="822960" y="6446520"/>
            <a:ext cx="3593014" cy="27432"/>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5" name="!!mark">
            <a:extLst xmlns:a="http://schemas.openxmlformats.org/drawingml/2006/main">
              <a:ext uri="{FF2B5EF4-FFF2-40B4-BE49-F238E27FC236}">
                <a16:creationId xmlns:a16="http://schemas.microsoft.com/office/drawing/2014/main" id="{32119C24-D1AE-453C-BBCD-507D06EDE9B0}"/>
              </a:ext>
            </a:extLst>
          </p:cNvPr>
          <p:cNvSpPr>
            <a:spLocks xmlns:a="http://schemas.openxmlformats.org/drawingml/2006/main" noGrp="1"/>
          </p:cNvSpPr>
          <p:nvPr/>
        </p:nvSpPr>
        <p:spPr>
          <a:xfrm xmlns:a="http://schemas.openxmlformats.org/drawingml/2006/main" rot="2700000">
            <a:off x="822960" y="548640"/>
            <a:ext cx="137160" cy="137160"/>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6" name="!!kicker">
            <a:extLst xmlns:a="http://schemas.openxmlformats.org/drawingml/2006/main">
              <a:ext uri="{FF2B5EF4-FFF2-40B4-BE49-F238E27FC236}">
                <a16:creationId xmlns:a16="http://schemas.microsoft.com/office/drawing/2014/main" id="{DC58CD72-532F-4D68-9294-42B257FCD549}"/>
              </a:ext>
            </a:extLst>
          </p:cNvPr>
          <p:cNvSpPr>
            <a:spLocks xmlns:a="http://schemas.openxmlformats.org/drawingml/2006/main" noGrp="1"/>
          </p:cNvSpPr>
          <p:nvPr/>
        </p:nvSpPr>
        <p:spPr>
          <a:xfrm xmlns:a="http://schemas.openxmlformats.org/drawingml/2006/main">
            <a:off x="1133856" y="457200"/>
            <a:ext cx="6400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spc="400">
                <a:solidFill>
                  <a:srgbClr val="8A94A8"/>
                </a:solidFill>
                <a:latin typeface="Arial"/>
                <a:ea typeface="Arial"/>
                <a:cs typeface="Arial"/>
              </a:rPr>
              <a:t>HOW IT WORKS</a:t>
            </a:r>
            <a:endParaRPr sz="900"/>
          </a:p>
        </p:txBody>
      </p:sp>
      <p:sp>
        <p:nvSpPr>
          <p:cNvPr id="7" name="pageno">
            <a:extLst xmlns:a="http://schemas.openxmlformats.org/drawingml/2006/main">
              <a:ext uri="{FF2B5EF4-FFF2-40B4-BE49-F238E27FC236}">
                <a16:creationId xmlns:a16="http://schemas.microsoft.com/office/drawing/2014/main" id="{8B7A002C-F101-404C-9BFD-5689555C30F7}"/>
              </a:ext>
            </a:extLst>
          </p:cNvPr>
          <p:cNvSpPr>
            <a:spLocks xmlns:a="http://schemas.openxmlformats.org/drawingml/2006/main" noGrp="1"/>
          </p:cNvSpPr>
          <p:nvPr/>
        </p:nvSpPr>
        <p:spPr>
          <a:xfrm xmlns:a="http://schemas.openxmlformats.org/drawingml/2006/main">
            <a:off x="9966960" y="457200"/>
            <a:ext cx="139903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spc="200">
                <a:solidFill>
                  <a:srgbClr val="8A94A8"/>
                </a:solidFill>
                <a:latin typeface="Arial"/>
                <a:ea typeface="Arial"/>
                <a:cs typeface="Arial"/>
              </a:rPr>
              <a:t>07 / 20</a:t>
            </a:r>
            <a:endParaRPr sz="900"/>
          </a:p>
        </p:txBody>
      </p:sp>
      <p:sp>
        <p:nvSpPr>
          <p:cNvPr id="8" name="Text 5">
            <a:extLst xmlns:a="http://schemas.openxmlformats.org/drawingml/2006/main">
              <a:ext uri="{FF2B5EF4-FFF2-40B4-BE49-F238E27FC236}">
                <a16:creationId xmlns:a16="http://schemas.microsoft.com/office/drawing/2014/main" id="{828A4E2E-953F-4473-A7D5-E7D2C542001F}"/>
              </a:ext>
            </a:extLst>
          </p:cNvPr>
          <p:cNvSpPr>
            <a:spLocks xmlns:a="http://schemas.openxmlformats.org/drawingml/2006/main" noGrp="1"/>
          </p:cNvSpPr>
          <p:nvPr/>
        </p:nvSpPr>
        <p:spPr>
          <a:xfrm xmlns:a="http://schemas.openxmlformats.org/drawingml/2006/main">
            <a:off x="822960" y="1115568"/>
            <a:ext cx="777240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nSpc>
                <a:spcPts val="3078"/>
              </a:lnSpc>
              <a:buNone/>
            </a:pPr>
            <a:r>
              <a:rPr sz="2700" b="1">
                <a:solidFill>
                  <a:srgbClr val="EEF2F8"/>
                </a:solidFill>
                <a:latin typeface="Arial"/>
                <a:ea typeface="Arial"/>
                <a:cs typeface="Arial"/>
              </a:rPr>
              <a:t>Three things carry the case</a:t>
            </a:r>
            <a:endParaRPr sz="2700"/>
          </a:p>
        </p:txBody>
      </p:sp>
      <p:sp>
        <p:nvSpPr>
          <p:cNvPr id="9" name="!!card1">
            <a:extLst xmlns:a="http://schemas.openxmlformats.org/drawingml/2006/main">
              <a:ext uri="{FF2B5EF4-FFF2-40B4-BE49-F238E27FC236}">
                <a16:creationId xmlns:a16="http://schemas.microsoft.com/office/drawing/2014/main" id="{3B15E706-7DD6-4716-8A50-CD7C083D002F}"/>
              </a:ext>
            </a:extLst>
          </p:cNvPr>
          <p:cNvSpPr>
            <a:spLocks xmlns:a="http://schemas.openxmlformats.org/drawingml/2006/main" noGrp="1"/>
          </p:cNvSpPr>
          <p:nvPr/>
        </p:nvSpPr>
        <p:spPr>
          <a:xfrm xmlns:a="http://schemas.openxmlformats.org/drawingml/2006/main">
            <a:off x="822960" y="2304288"/>
            <a:ext cx="3200400" cy="3310128"/>
          </a:xfrm>
          <a:prstGeom xmlns:a="http://schemas.openxmlformats.org/drawingml/2006/main" prst="roundRect">
            <a:avLst>
              <a:gd name="adj" fmla="val 3429"/>
            </a:avLst>
          </a:prstGeom>
          <a:solidFill xmlns:a="http://schemas.openxmlformats.org/drawingml/2006/main">
            <a:srgbClr val="151A24">
              <a:alpha val="88000"/>
            </a:srgbClr>
          </a:solidFill>
          <a:ln xmlns:a="http://schemas.openxmlformats.org/drawingml/2006/main" w="12700">
            <a:solidFill>
              <a:srgbClr val="242C3B"/>
            </a:solidFill>
            <a:prstDash val="solid"/>
          </a:ln>
        </p:spPr>
      </p:sp>
      <p:sp>
        <p:nvSpPr>
          <p:cNvPr id="10" name="Shape 7">
            <a:extLst xmlns:a="http://schemas.openxmlformats.org/drawingml/2006/main">
              <a:ext uri="{FF2B5EF4-FFF2-40B4-BE49-F238E27FC236}">
                <a16:creationId xmlns:a16="http://schemas.microsoft.com/office/drawing/2014/main" id="{CAC1A13A-3F15-45BE-B2B9-B829E04CA706}"/>
              </a:ext>
            </a:extLst>
          </p:cNvPr>
          <p:cNvSpPr>
            <a:spLocks xmlns:a="http://schemas.openxmlformats.org/drawingml/2006/main" noGrp="1"/>
          </p:cNvSpPr>
          <p:nvPr/>
        </p:nvSpPr>
        <p:spPr>
          <a:xfrm xmlns:a="http://schemas.openxmlformats.org/drawingml/2006/main">
            <a:off x="1207008" y="2688336"/>
            <a:ext cx="585216" cy="585216"/>
          </a:xfrm>
          <a:prstGeom xmlns:a="http://schemas.openxmlformats.org/drawingml/2006/main" prst="ellipse">
            <a:avLst/>
          </a:prstGeom>
          <a:solidFill xmlns:a="http://schemas.openxmlformats.org/drawingml/2006/main">
            <a:srgbClr val="FF6B35"/>
          </a:solidFill>
          <a:ln xmlns:a="http://schemas.openxmlformats.org/drawingml/2006/main" w="12700">
            <a:solidFill>
              <a:srgbClr val="FF6B35"/>
            </a:solidFill>
            <a:prstDash val="solid"/>
          </a:ln>
        </p:spPr>
      </p:sp>
      <p:sp>
        <p:nvSpPr>
          <p:cNvPr id="11" name="Text 8">
            <a:extLst xmlns:a="http://schemas.openxmlformats.org/drawingml/2006/main">
              <a:ext uri="{FF2B5EF4-FFF2-40B4-BE49-F238E27FC236}">
                <a16:creationId xmlns:a16="http://schemas.microsoft.com/office/drawing/2014/main" id="{AF5206E4-5CA8-458E-943D-F8E67D0207D5}"/>
              </a:ext>
            </a:extLst>
          </p:cNvPr>
          <p:cNvSpPr>
            <a:spLocks xmlns:a="http://schemas.openxmlformats.org/drawingml/2006/main" noGrp="1"/>
          </p:cNvSpPr>
          <p:nvPr/>
        </p:nvSpPr>
        <p:spPr>
          <a:xfrm xmlns:a="http://schemas.openxmlformats.org/drawingml/2006/main">
            <a:off x="1207008" y="2688336"/>
            <a:ext cx="585216"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0B0D12"/>
                </a:solidFill>
                <a:latin typeface="Arial"/>
                <a:ea typeface="Arial"/>
                <a:cs typeface="Arial"/>
              </a:rPr>
              <a:t>01</a:t>
            </a:r>
            <a:endParaRPr sz="1500"/>
          </a:p>
        </p:txBody>
      </p:sp>
      <p:sp>
        <p:nvSpPr>
          <p:cNvPr id="12" name="Text 9">
            <a:extLst xmlns:a="http://schemas.openxmlformats.org/drawingml/2006/main">
              <a:ext uri="{FF2B5EF4-FFF2-40B4-BE49-F238E27FC236}">
                <a16:creationId xmlns:a16="http://schemas.microsoft.com/office/drawing/2014/main" id="{AE09CD8F-53F1-46A6-89FF-1401A923CC56}"/>
              </a:ext>
            </a:extLst>
          </p:cNvPr>
          <p:cNvSpPr>
            <a:spLocks xmlns:a="http://schemas.openxmlformats.org/drawingml/2006/main" noGrp="1"/>
          </p:cNvSpPr>
          <p:nvPr/>
        </p:nvSpPr>
        <p:spPr>
          <a:xfrm xmlns:a="http://schemas.openxmlformats.org/drawingml/2006/main">
            <a:off x="1207008" y="3547872"/>
            <a:ext cx="2432304"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EEF2F8"/>
                </a:solidFill>
                <a:latin typeface="Arial"/>
                <a:ea typeface="Arial"/>
                <a:cs typeface="Arial"/>
              </a:rPr>
              <a:t>[Pillar one]</a:t>
            </a:r>
            <a:endParaRPr sz="1700"/>
          </a:p>
        </p:txBody>
      </p:sp>
      <p:sp>
        <p:nvSpPr>
          <p:cNvPr id="13" name="Text 10">
            <a:extLst xmlns:a="http://schemas.openxmlformats.org/drawingml/2006/main">
              <a:ext uri="{FF2B5EF4-FFF2-40B4-BE49-F238E27FC236}">
                <a16:creationId xmlns:a16="http://schemas.microsoft.com/office/drawing/2014/main" id="{A77AA520-B447-407F-B5DF-FC6DA793F315}"/>
              </a:ext>
            </a:extLst>
          </p:cNvPr>
          <p:cNvSpPr>
            <a:spLocks xmlns:a="http://schemas.openxmlformats.org/drawingml/2006/main" noGrp="1"/>
          </p:cNvSpPr>
          <p:nvPr/>
        </p:nvSpPr>
        <p:spPr>
          <a:xfrm xmlns:a="http://schemas.openxmlformats.org/drawingml/2006/main">
            <a:off x="1207008" y="3931920"/>
            <a:ext cx="2432304"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800"/>
              </a:lnSpc>
              <a:buNone/>
            </a:pPr>
            <a:r>
              <a:rPr sz="1250">
                <a:solidFill>
                  <a:srgbClr val="8A94A8"/>
                </a:solidFill>
                <a:latin typeface="Arial"/>
                <a:ea typeface="Arial"/>
                <a:cs typeface="Arial"/>
              </a:rPr>
              <a:t>[What it is, and the single reason it matters. Two lines is plenty.]</a:t>
            </a:r>
            <a:endParaRPr sz="1250"/>
          </a:p>
        </p:txBody>
      </p:sp>
      <p:sp>
        <p:nvSpPr>
          <p:cNvPr id="14" name="!!card2">
            <a:extLst xmlns:a="http://schemas.openxmlformats.org/drawingml/2006/main">
              <a:ext uri="{FF2B5EF4-FFF2-40B4-BE49-F238E27FC236}">
                <a16:creationId xmlns:a16="http://schemas.microsoft.com/office/drawing/2014/main" id="{C33E49A0-9786-41CF-B3DB-8D2D5FDF5F3C}"/>
              </a:ext>
            </a:extLst>
          </p:cNvPr>
          <p:cNvSpPr>
            <a:spLocks xmlns:a="http://schemas.openxmlformats.org/drawingml/2006/main" noGrp="1"/>
          </p:cNvSpPr>
          <p:nvPr/>
        </p:nvSpPr>
        <p:spPr>
          <a:xfrm xmlns:a="http://schemas.openxmlformats.org/drawingml/2006/main">
            <a:off x="4494276" y="2304288"/>
            <a:ext cx="3200400" cy="3310128"/>
          </a:xfrm>
          <a:prstGeom xmlns:a="http://schemas.openxmlformats.org/drawingml/2006/main" prst="roundRect">
            <a:avLst>
              <a:gd name="adj" fmla="val 3429"/>
            </a:avLst>
          </a:prstGeom>
          <a:solidFill xmlns:a="http://schemas.openxmlformats.org/drawingml/2006/main">
            <a:srgbClr val="151A24">
              <a:alpha val="88000"/>
            </a:srgbClr>
          </a:solidFill>
          <a:ln xmlns:a="http://schemas.openxmlformats.org/drawingml/2006/main" w="12700">
            <a:solidFill>
              <a:srgbClr val="242C3B"/>
            </a:solidFill>
            <a:prstDash val="solid"/>
          </a:ln>
        </p:spPr>
      </p:sp>
      <p:sp>
        <p:nvSpPr>
          <p:cNvPr id="15" name="Shape 12">
            <a:extLst xmlns:a="http://schemas.openxmlformats.org/drawingml/2006/main">
              <a:ext uri="{FF2B5EF4-FFF2-40B4-BE49-F238E27FC236}">
                <a16:creationId xmlns:a16="http://schemas.microsoft.com/office/drawing/2014/main" id="{E3B3F542-0684-4491-8454-1CF4F5224847}"/>
              </a:ext>
            </a:extLst>
          </p:cNvPr>
          <p:cNvSpPr>
            <a:spLocks xmlns:a="http://schemas.openxmlformats.org/drawingml/2006/main" noGrp="1"/>
          </p:cNvSpPr>
          <p:nvPr/>
        </p:nvSpPr>
        <p:spPr>
          <a:xfrm xmlns:a="http://schemas.openxmlformats.org/drawingml/2006/main">
            <a:off x="4878324" y="2688336"/>
            <a:ext cx="585216" cy="585216"/>
          </a:xfrm>
          <a:prstGeom xmlns:a="http://schemas.openxmlformats.org/drawingml/2006/main" prst="ellipse">
            <a:avLst/>
          </a:prstGeom>
          <a:solidFill xmlns:a="http://schemas.openxmlformats.org/drawingml/2006/main">
            <a:srgbClr val="3DDC97"/>
          </a:solidFill>
          <a:ln xmlns:a="http://schemas.openxmlformats.org/drawingml/2006/main" w="12700">
            <a:solidFill>
              <a:srgbClr val="3DDC97"/>
            </a:solidFill>
            <a:prstDash val="solid"/>
          </a:ln>
        </p:spPr>
      </p:sp>
      <p:sp>
        <p:nvSpPr>
          <p:cNvPr id="16" name="Text 13">
            <a:extLst xmlns:a="http://schemas.openxmlformats.org/drawingml/2006/main">
              <a:ext uri="{FF2B5EF4-FFF2-40B4-BE49-F238E27FC236}">
                <a16:creationId xmlns:a16="http://schemas.microsoft.com/office/drawing/2014/main" id="{6CB8B92B-8D09-46A9-B393-E43020696940}"/>
              </a:ext>
            </a:extLst>
          </p:cNvPr>
          <p:cNvSpPr>
            <a:spLocks xmlns:a="http://schemas.openxmlformats.org/drawingml/2006/main" noGrp="1"/>
          </p:cNvSpPr>
          <p:nvPr/>
        </p:nvSpPr>
        <p:spPr>
          <a:xfrm xmlns:a="http://schemas.openxmlformats.org/drawingml/2006/main">
            <a:off x="4878324" y="2688336"/>
            <a:ext cx="585216"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0B0D12"/>
                </a:solidFill>
                <a:latin typeface="Arial"/>
                <a:ea typeface="Arial"/>
                <a:cs typeface="Arial"/>
              </a:rPr>
              <a:t>02</a:t>
            </a:r>
            <a:endParaRPr sz="1500"/>
          </a:p>
        </p:txBody>
      </p:sp>
      <p:sp>
        <p:nvSpPr>
          <p:cNvPr id="17" name="Text 14">
            <a:extLst xmlns:a="http://schemas.openxmlformats.org/drawingml/2006/main">
              <a:ext uri="{FF2B5EF4-FFF2-40B4-BE49-F238E27FC236}">
                <a16:creationId xmlns:a16="http://schemas.microsoft.com/office/drawing/2014/main" id="{1A63A006-E412-4783-81DC-207583A0CC00}"/>
              </a:ext>
            </a:extLst>
          </p:cNvPr>
          <p:cNvSpPr>
            <a:spLocks xmlns:a="http://schemas.openxmlformats.org/drawingml/2006/main" noGrp="1"/>
          </p:cNvSpPr>
          <p:nvPr/>
        </p:nvSpPr>
        <p:spPr>
          <a:xfrm xmlns:a="http://schemas.openxmlformats.org/drawingml/2006/main">
            <a:off x="4878324" y="3547872"/>
            <a:ext cx="2432304"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EEF2F8"/>
                </a:solidFill>
                <a:latin typeface="Arial"/>
                <a:ea typeface="Arial"/>
                <a:cs typeface="Arial"/>
              </a:rPr>
              <a:t>[Pillar two]</a:t>
            </a:r>
            <a:endParaRPr sz="1700"/>
          </a:p>
        </p:txBody>
      </p:sp>
      <p:sp>
        <p:nvSpPr>
          <p:cNvPr id="18" name="Text 15">
            <a:extLst xmlns:a="http://schemas.openxmlformats.org/drawingml/2006/main">
              <a:ext uri="{FF2B5EF4-FFF2-40B4-BE49-F238E27FC236}">
                <a16:creationId xmlns:a16="http://schemas.microsoft.com/office/drawing/2014/main" id="{E81D843F-B602-4814-B85C-B377DBCEB7D1}"/>
              </a:ext>
            </a:extLst>
          </p:cNvPr>
          <p:cNvSpPr>
            <a:spLocks xmlns:a="http://schemas.openxmlformats.org/drawingml/2006/main" noGrp="1"/>
          </p:cNvSpPr>
          <p:nvPr/>
        </p:nvSpPr>
        <p:spPr>
          <a:xfrm xmlns:a="http://schemas.openxmlformats.org/drawingml/2006/main">
            <a:off x="4878324" y="3931920"/>
            <a:ext cx="2432304"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800"/>
              </a:lnSpc>
              <a:buNone/>
            </a:pPr>
            <a:r>
              <a:rPr sz="1250">
                <a:solidFill>
                  <a:srgbClr val="8A94A8"/>
                </a:solidFill>
                <a:latin typeface="Arial"/>
                <a:ea typeface="Arial"/>
                <a:cs typeface="Arial"/>
              </a:rPr>
              <a:t>[What it is, and the single reason it matters. Two lines is plenty.]</a:t>
            </a:r>
            <a:endParaRPr sz="1250"/>
          </a:p>
        </p:txBody>
      </p:sp>
      <p:sp>
        <p:nvSpPr>
          <p:cNvPr id="19" name="!!card3">
            <a:extLst xmlns:a="http://schemas.openxmlformats.org/drawingml/2006/main">
              <a:ext uri="{FF2B5EF4-FFF2-40B4-BE49-F238E27FC236}">
                <a16:creationId xmlns:a16="http://schemas.microsoft.com/office/drawing/2014/main" id="{6C69DCC5-D875-4128-914A-FA8DBF4106C0}"/>
              </a:ext>
            </a:extLst>
          </p:cNvPr>
          <p:cNvSpPr>
            <a:spLocks xmlns:a="http://schemas.openxmlformats.org/drawingml/2006/main" noGrp="1"/>
          </p:cNvSpPr>
          <p:nvPr/>
        </p:nvSpPr>
        <p:spPr>
          <a:xfrm xmlns:a="http://schemas.openxmlformats.org/drawingml/2006/main">
            <a:off x="8165592" y="2304288"/>
            <a:ext cx="3200400" cy="3310128"/>
          </a:xfrm>
          <a:prstGeom xmlns:a="http://schemas.openxmlformats.org/drawingml/2006/main" prst="roundRect">
            <a:avLst>
              <a:gd name="adj" fmla="val 3429"/>
            </a:avLst>
          </a:prstGeom>
          <a:solidFill xmlns:a="http://schemas.openxmlformats.org/drawingml/2006/main">
            <a:srgbClr val="151A24">
              <a:alpha val="88000"/>
            </a:srgbClr>
          </a:solidFill>
          <a:ln xmlns:a="http://schemas.openxmlformats.org/drawingml/2006/main" w="12700">
            <a:solidFill>
              <a:srgbClr val="242C3B"/>
            </a:solidFill>
            <a:prstDash val="solid"/>
          </a:ln>
        </p:spPr>
      </p:sp>
      <p:sp>
        <p:nvSpPr>
          <p:cNvPr id="20" name="Shape 17">
            <a:extLst xmlns:a="http://schemas.openxmlformats.org/drawingml/2006/main">
              <a:ext uri="{FF2B5EF4-FFF2-40B4-BE49-F238E27FC236}">
                <a16:creationId xmlns:a16="http://schemas.microsoft.com/office/drawing/2014/main" id="{A77D36CB-90EA-48A6-8D97-4442F7764810}"/>
              </a:ext>
            </a:extLst>
          </p:cNvPr>
          <p:cNvSpPr>
            <a:spLocks xmlns:a="http://schemas.openxmlformats.org/drawingml/2006/main" noGrp="1"/>
          </p:cNvSpPr>
          <p:nvPr/>
        </p:nvSpPr>
        <p:spPr>
          <a:xfrm xmlns:a="http://schemas.openxmlformats.org/drawingml/2006/main">
            <a:off x="8549640" y="2688336"/>
            <a:ext cx="585216" cy="585216"/>
          </a:xfrm>
          <a:prstGeom xmlns:a="http://schemas.openxmlformats.org/drawingml/2006/main" prst="ellipse">
            <a:avLst/>
          </a:prstGeom>
          <a:solidFill xmlns:a="http://schemas.openxmlformats.org/drawingml/2006/main">
            <a:srgbClr val="5C84DC"/>
          </a:solidFill>
          <a:ln xmlns:a="http://schemas.openxmlformats.org/drawingml/2006/main" w="12700">
            <a:solidFill>
              <a:srgbClr val="5C84DC"/>
            </a:solidFill>
            <a:prstDash val="solid"/>
          </a:ln>
        </p:spPr>
      </p:sp>
      <p:sp>
        <p:nvSpPr>
          <p:cNvPr id="21" name="Text 18">
            <a:extLst xmlns:a="http://schemas.openxmlformats.org/drawingml/2006/main">
              <a:ext uri="{FF2B5EF4-FFF2-40B4-BE49-F238E27FC236}">
                <a16:creationId xmlns:a16="http://schemas.microsoft.com/office/drawing/2014/main" id="{7122B61D-34B4-4B7C-976B-91D3F0024C3D}"/>
              </a:ext>
            </a:extLst>
          </p:cNvPr>
          <p:cNvSpPr>
            <a:spLocks xmlns:a="http://schemas.openxmlformats.org/drawingml/2006/main" noGrp="1"/>
          </p:cNvSpPr>
          <p:nvPr/>
        </p:nvSpPr>
        <p:spPr>
          <a:xfrm xmlns:a="http://schemas.openxmlformats.org/drawingml/2006/main">
            <a:off x="8549640" y="2688336"/>
            <a:ext cx="585216"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0B0D12"/>
                </a:solidFill>
                <a:latin typeface="Arial"/>
                <a:ea typeface="Arial"/>
                <a:cs typeface="Arial"/>
              </a:rPr>
              <a:t>03</a:t>
            </a:r>
            <a:endParaRPr sz="1500"/>
          </a:p>
        </p:txBody>
      </p:sp>
      <p:sp>
        <p:nvSpPr>
          <p:cNvPr id="22" name="Text 19">
            <a:extLst xmlns:a="http://schemas.openxmlformats.org/drawingml/2006/main">
              <a:ext uri="{FF2B5EF4-FFF2-40B4-BE49-F238E27FC236}">
                <a16:creationId xmlns:a16="http://schemas.microsoft.com/office/drawing/2014/main" id="{A12A3729-D6EC-4807-9CF5-A28200409DA2}"/>
              </a:ext>
            </a:extLst>
          </p:cNvPr>
          <p:cNvSpPr>
            <a:spLocks xmlns:a="http://schemas.openxmlformats.org/drawingml/2006/main" noGrp="1"/>
          </p:cNvSpPr>
          <p:nvPr/>
        </p:nvSpPr>
        <p:spPr>
          <a:xfrm xmlns:a="http://schemas.openxmlformats.org/drawingml/2006/main">
            <a:off x="8549640" y="3547872"/>
            <a:ext cx="2432304"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EEF2F8"/>
                </a:solidFill>
                <a:latin typeface="Arial"/>
                <a:ea typeface="Arial"/>
                <a:cs typeface="Arial"/>
              </a:rPr>
              <a:t>[Pillar three]</a:t>
            </a:r>
            <a:endParaRPr sz="1700"/>
          </a:p>
        </p:txBody>
      </p:sp>
      <p:sp>
        <p:nvSpPr>
          <p:cNvPr id="23" name="Text 20">
            <a:extLst xmlns:a="http://schemas.openxmlformats.org/drawingml/2006/main">
              <a:ext uri="{FF2B5EF4-FFF2-40B4-BE49-F238E27FC236}">
                <a16:creationId xmlns:a16="http://schemas.microsoft.com/office/drawing/2014/main" id="{7223E10E-F16F-47EA-81DB-A5499A55456F}"/>
              </a:ext>
            </a:extLst>
          </p:cNvPr>
          <p:cNvSpPr>
            <a:spLocks xmlns:a="http://schemas.openxmlformats.org/drawingml/2006/main" noGrp="1"/>
          </p:cNvSpPr>
          <p:nvPr/>
        </p:nvSpPr>
        <p:spPr>
          <a:xfrm xmlns:a="http://schemas.openxmlformats.org/drawingml/2006/main">
            <a:off x="8549640" y="3931920"/>
            <a:ext cx="2432304"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800"/>
              </a:lnSpc>
              <a:buNone/>
            </a:pPr>
            <a:r>
              <a:rPr sz="1250">
                <a:solidFill>
                  <a:srgbClr val="8A94A8"/>
                </a:solidFill>
                <a:latin typeface="Arial"/>
                <a:ea typeface="Arial"/>
                <a:cs typeface="Arial"/>
              </a:rPr>
              <a:t>[What it is, and the single reason it matters. Two lines is plenty.]</a:t>
            </a:r>
            <a:endParaRPr sz="1250"/>
          </a:p>
        </p:txBody>
      </p:sp>
    </p:spTree>
    <p:extLst>
      <p:ext uri="{BB962C8B-B14F-4D97-AF65-F5344CB8AC3E}">
        <p14:creationId xmlns:p14="http://schemas.microsoft.com/office/powerpoint/2010/main" val="1972371854"/>
      </p:ext>
    </p:extLst>
  </p:cSld>
</p:sld>
</file>

<file path=ppt/slides/slide8.xml><?xml version="1.0" encoding="utf-8"?>
<p:sld xmlns:p="http://schemas.openxmlformats.org/presentationml/2006/main">
  <p:cSld>
    <p:bg>
      <p:bgPr>
        <a:blipFill xmlns:a="http://schemas.openxmlformats.org/drawingml/2006/main" rotWithShape="1">
          <a:blip xmlns:r="http://schemas.openxmlformats.org/officeDocument/2006/relationships" r:embed="R9e4b9805482b4031">
            <a:lum/>
          </a:blip>
          <a:srcRect l="0" t="0" r="0" b="0"/>
          <a:stretch>
            <a:fillRect l="0" t="0" r="0" b="0"/>
          </a:stretch>
        </a:blipFill>
      </p:bgPr>
    </p:bg>
    <p:spTree>
      <p:nvGrpSpPr>
        <p:cNvPr id="1" name=""/>
        <p:cNvGrpSpPr/>
        <p:nvPr/>
      </p:nvGrpSpPr>
      <p:grpSpPr>
        <a:xfrm xmlns:a="http://schemas.openxmlformats.org/drawingml/2006/main"/>
      </p:grpSpPr>
      <p:pic>
        <p:nvPicPr>
          <p:cNvPr id="21" name="!!orb"/>
          <p:cNvPicPr>
            <a:picLocks xmlns:a="http://schemas.openxmlformats.org/drawingml/2006/main" noChangeAspect="1"/>
          </p:cNvPicPr>
          <p:nvPr/>
        </p:nvPicPr>
        <p:blipFill>
          <a:blip xmlns:r="http://schemas.openxmlformats.org/officeDocument/2006/relationships" xmlns:a="http://schemas.openxmlformats.org/drawingml/2006/main" r:embed="R8864aeb57d914931"/>
          <a:stretch xmlns:a="http://schemas.openxmlformats.org/drawingml/2006/main">
            <a:fillRect l="0" t="0" r="0" b="0"/>
          </a:stretch>
        </p:blipFill>
        <p:spPr>
          <a:xfrm xmlns:a="http://schemas.openxmlformats.org/drawingml/2006/main">
            <a:off x="-2194560" y="822960"/>
            <a:ext cx="6400800" cy="6400800"/>
          </a:xfrm>
          <a:prstGeom xmlns:a="http://schemas.openxmlformats.org/drawingml/2006/main" prst="rect">
            <a:avLst/>
          </a:prstGeom>
        </p:spPr>
      </p:pic>
      <p:sp>
        <p:nvSpPr>
          <p:cNvPr id="3" name="track">
            <a:extLst xmlns:a="http://schemas.openxmlformats.org/drawingml/2006/main">
              <a:ext uri="{FF2B5EF4-FFF2-40B4-BE49-F238E27FC236}">
                <a16:creationId xmlns:a16="http://schemas.microsoft.com/office/drawing/2014/main" id="{4EA0A2E9-88EE-40CD-8061-E17A4DEDD72A}"/>
              </a:ext>
            </a:extLst>
          </p:cNvPr>
          <p:cNvSpPr>
            <a:spLocks xmlns:a="http://schemas.openxmlformats.org/drawingml/2006/main" noGrp="1"/>
          </p:cNvSpPr>
          <p:nvPr/>
        </p:nvSpPr>
        <p:spPr>
          <a:xfrm xmlns:a="http://schemas.openxmlformats.org/drawingml/2006/main">
            <a:off x="822960" y="6451092"/>
            <a:ext cx="10545775" cy="16459"/>
          </a:xfrm>
          <a:prstGeom xmlns:a="http://schemas.openxmlformats.org/drawingml/2006/main" prst="rect">
            <a:avLst/>
          </a:prstGeom>
          <a:solidFill xmlns:a="http://schemas.openxmlformats.org/drawingml/2006/main">
            <a:srgbClr val="242C3B"/>
          </a:solidFill>
          <a:ln xmlns:a="http://schemas.openxmlformats.org/drawingml/2006/main" w="12700">
            <a:solidFill>
              <a:srgbClr val="242C3B"/>
            </a:solidFill>
            <a:prstDash val="solid"/>
          </a:ln>
        </p:spPr>
      </p:sp>
      <p:sp>
        <p:nvSpPr>
          <p:cNvPr id="4" name="!!bar">
            <a:extLst xmlns:a="http://schemas.openxmlformats.org/drawingml/2006/main">
              <a:ext uri="{FF2B5EF4-FFF2-40B4-BE49-F238E27FC236}">
                <a16:creationId xmlns:a16="http://schemas.microsoft.com/office/drawing/2014/main" id="{78FED6DF-3A6E-419B-A9E8-088E2E4C2CBB}"/>
              </a:ext>
            </a:extLst>
          </p:cNvPr>
          <p:cNvSpPr>
            <a:spLocks xmlns:a="http://schemas.openxmlformats.org/drawingml/2006/main" noGrp="1"/>
          </p:cNvSpPr>
          <p:nvPr/>
        </p:nvSpPr>
        <p:spPr>
          <a:xfrm xmlns:a="http://schemas.openxmlformats.org/drawingml/2006/main">
            <a:off x="822960" y="6446520"/>
            <a:ext cx="4127842" cy="27432"/>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5" name="!!mark">
            <a:extLst xmlns:a="http://schemas.openxmlformats.org/drawingml/2006/main">
              <a:ext uri="{FF2B5EF4-FFF2-40B4-BE49-F238E27FC236}">
                <a16:creationId xmlns:a16="http://schemas.microsoft.com/office/drawing/2014/main" id="{0C793664-46F3-491D-8FD9-113E28037302}"/>
              </a:ext>
            </a:extLst>
          </p:cNvPr>
          <p:cNvSpPr>
            <a:spLocks xmlns:a="http://schemas.openxmlformats.org/drawingml/2006/main" noGrp="1"/>
          </p:cNvSpPr>
          <p:nvPr/>
        </p:nvSpPr>
        <p:spPr>
          <a:xfrm xmlns:a="http://schemas.openxmlformats.org/drawingml/2006/main" rot="2700000">
            <a:off x="822960" y="548640"/>
            <a:ext cx="137160" cy="137160"/>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6" name="!!kicker">
            <a:extLst xmlns:a="http://schemas.openxmlformats.org/drawingml/2006/main">
              <a:ext uri="{FF2B5EF4-FFF2-40B4-BE49-F238E27FC236}">
                <a16:creationId xmlns:a16="http://schemas.microsoft.com/office/drawing/2014/main" id="{CA087C99-B8F3-4548-9466-B36056628677}"/>
              </a:ext>
            </a:extLst>
          </p:cNvPr>
          <p:cNvSpPr>
            <a:spLocks xmlns:a="http://schemas.openxmlformats.org/drawingml/2006/main" noGrp="1"/>
          </p:cNvSpPr>
          <p:nvPr/>
        </p:nvSpPr>
        <p:spPr>
          <a:xfrm xmlns:a="http://schemas.openxmlformats.org/drawingml/2006/main">
            <a:off x="1133856" y="457200"/>
            <a:ext cx="6400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spc="400">
                <a:solidFill>
                  <a:srgbClr val="8A94A8"/>
                </a:solidFill>
                <a:latin typeface="Arial"/>
                <a:ea typeface="Arial"/>
                <a:cs typeface="Arial"/>
              </a:rPr>
              <a:t>THE NUMBER</a:t>
            </a:r>
            <a:endParaRPr sz="900"/>
          </a:p>
        </p:txBody>
      </p:sp>
      <p:sp>
        <p:nvSpPr>
          <p:cNvPr id="7" name="pageno">
            <a:extLst xmlns:a="http://schemas.openxmlformats.org/drawingml/2006/main">
              <a:ext uri="{FF2B5EF4-FFF2-40B4-BE49-F238E27FC236}">
                <a16:creationId xmlns:a16="http://schemas.microsoft.com/office/drawing/2014/main" id="{F28128BF-88C3-4CDD-B370-5DF93EA63FF8}"/>
              </a:ext>
            </a:extLst>
          </p:cNvPr>
          <p:cNvSpPr>
            <a:spLocks xmlns:a="http://schemas.openxmlformats.org/drawingml/2006/main" noGrp="1"/>
          </p:cNvSpPr>
          <p:nvPr/>
        </p:nvSpPr>
        <p:spPr>
          <a:xfrm xmlns:a="http://schemas.openxmlformats.org/drawingml/2006/main">
            <a:off x="9966960" y="457200"/>
            <a:ext cx="139903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spc="200">
                <a:solidFill>
                  <a:srgbClr val="8A94A8"/>
                </a:solidFill>
                <a:latin typeface="Arial"/>
                <a:ea typeface="Arial"/>
                <a:cs typeface="Arial"/>
              </a:rPr>
              <a:t>08 / 20</a:t>
            </a:r>
            <a:endParaRPr sz="900"/>
          </a:p>
        </p:txBody>
      </p:sp>
      <p:sp>
        <p:nvSpPr>
          <p:cNvPr id="8" name="Text 5">
            <a:extLst xmlns:a="http://schemas.openxmlformats.org/drawingml/2006/main">
              <a:ext uri="{FF2B5EF4-FFF2-40B4-BE49-F238E27FC236}">
                <a16:creationId xmlns:a16="http://schemas.microsoft.com/office/drawing/2014/main" id="{C65F0DE1-5316-4DD9-A435-791710492BBB}"/>
              </a:ext>
            </a:extLst>
          </p:cNvPr>
          <p:cNvSpPr>
            <a:spLocks xmlns:a="http://schemas.openxmlformats.org/drawingml/2006/main" noGrp="1"/>
          </p:cNvSpPr>
          <p:nvPr/>
        </p:nvSpPr>
        <p:spPr>
          <a:xfrm xmlns:a="http://schemas.openxmlformats.org/drawingml/2006/main">
            <a:off x="822960" y="1417320"/>
            <a:ext cx="6400800" cy="2560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4000" b="1" spc="-500">
                <a:solidFill>
                  <a:srgbClr val="FF6B35"/>
                </a:solidFill>
                <a:latin typeface="Arial"/>
                <a:ea typeface="Arial"/>
                <a:cs typeface="Arial"/>
              </a:rPr>
              <a:t>[00]%</a:t>
            </a:r>
            <a:endParaRPr sz="14000"/>
          </a:p>
        </p:txBody>
      </p:sp>
      <p:sp>
        <p:nvSpPr>
          <p:cNvPr id="9" name="Text 6">
            <a:extLst xmlns:a="http://schemas.openxmlformats.org/drawingml/2006/main">
              <a:ext uri="{FF2B5EF4-FFF2-40B4-BE49-F238E27FC236}">
                <a16:creationId xmlns:a16="http://schemas.microsoft.com/office/drawing/2014/main" id="{653BD460-D4BA-4EC9-A648-16CE86EB27CE}"/>
              </a:ext>
            </a:extLst>
          </p:cNvPr>
          <p:cNvSpPr>
            <a:spLocks xmlns:a="http://schemas.openxmlformats.org/drawingml/2006/main" noGrp="1"/>
          </p:cNvSpPr>
          <p:nvPr/>
        </p:nvSpPr>
        <p:spPr>
          <a:xfrm xmlns:a="http://schemas.openxmlformats.org/drawingml/2006/main">
            <a:off x="822960" y="4114800"/>
            <a:ext cx="60350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EEF2F8"/>
                </a:solidFill>
                <a:latin typeface="Arial"/>
                <a:ea typeface="Arial"/>
                <a:cs typeface="Arial"/>
              </a:rPr>
              <a:t>[What the number measures]</a:t>
            </a:r>
            <a:endParaRPr sz="2000"/>
          </a:p>
        </p:txBody>
      </p:sp>
      <p:sp>
        <p:nvSpPr>
          <p:cNvPr id="10" name="Text 7">
            <a:extLst xmlns:a="http://schemas.openxmlformats.org/drawingml/2006/main">
              <a:ext uri="{FF2B5EF4-FFF2-40B4-BE49-F238E27FC236}">
                <a16:creationId xmlns:a16="http://schemas.microsoft.com/office/drawing/2014/main" id="{1AF05663-2740-466C-B4AC-1D21E29960A1}"/>
              </a:ext>
            </a:extLst>
          </p:cNvPr>
          <p:cNvSpPr>
            <a:spLocks xmlns:a="http://schemas.openxmlformats.org/drawingml/2006/main" noGrp="1"/>
          </p:cNvSpPr>
          <p:nvPr/>
        </p:nvSpPr>
        <p:spPr>
          <a:xfrm xmlns:a="http://schemas.openxmlformats.org/drawingml/2006/main">
            <a:off x="822960" y="4709160"/>
            <a:ext cx="576072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950"/>
              </a:lnSpc>
              <a:buNone/>
            </a:pPr>
            <a:r>
              <a:rPr sz="1300">
                <a:solidFill>
                  <a:srgbClr val="8A94A8"/>
                </a:solidFill>
                <a:latin typeface="Arial"/>
                <a:ea typeface="Arial"/>
                <a:cs typeface="Arial"/>
              </a:rPr>
              <a:t>[Frame it: over what period, against what baseline, and why that gap is the point. A number without a comparison is decoration.]</a:t>
            </a:r>
            <a:endParaRPr sz="1300"/>
          </a:p>
        </p:txBody>
      </p:sp>
      <p:sp>
        <p:nvSpPr>
          <p:cNvPr id="11" name="Text 8">
            <a:extLst xmlns:a="http://schemas.openxmlformats.org/drawingml/2006/main">
              <a:ext uri="{FF2B5EF4-FFF2-40B4-BE49-F238E27FC236}">
                <a16:creationId xmlns:a16="http://schemas.microsoft.com/office/drawing/2014/main" id="{06E8EA7C-1440-4DB3-BCE5-F40EA7638D67}"/>
              </a:ext>
            </a:extLst>
          </p:cNvPr>
          <p:cNvSpPr>
            <a:spLocks xmlns:a="http://schemas.openxmlformats.org/drawingml/2006/main" noGrp="1"/>
          </p:cNvSpPr>
          <p:nvPr/>
        </p:nvSpPr>
        <p:spPr>
          <a:xfrm xmlns:a="http://schemas.openxmlformats.org/drawingml/2006/main">
            <a:off x="7680960" y="1819656"/>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spc="200">
                <a:solidFill>
                  <a:srgbClr val="8A94A8"/>
                </a:solidFill>
                <a:latin typeface="Arial"/>
                <a:ea typeface="Arial"/>
                <a:cs typeface="Arial"/>
              </a:rPr>
              <a:t>[This year]</a:t>
            </a:r>
            <a:endParaRPr sz="1000"/>
          </a:p>
        </p:txBody>
      </p:sp>
      <p:sp>
        <p:nvSpPr>
          <p:cNvPr id="12" name="Shape 9">
            <a:extLst xmlns:a="http://schemas.openxmlformats.org/drawingml/2006/main">
              <a:ext uri="{FF2B5EF4-FFF2-40B4-BE49-F238E27FC236}">
                <a16:creationId xmlns:a16="http://schemas.microsoft.com/office/drawing/2014/main" id="{5B79147C-6CA3-490B-A18F-8A287A1BF134}"/>
              </a:ext>
            </a:extLst>
          </p:cNvPr>
          <p:cNvSpPr>
            <a:spLocks xmlns:a="http://schemas.openxmlformats.org/drawingml/2006/main" noGrp="1"/>
          </p:cNvSpPr>
          <p:nvPr/>
        </p:nvSpPr>
        <p:spPr>
          <a:xfrm xmlns:a="http://schemas.openxmlformats.org/drawingml/2006/main">
            <a:off x="7680960" y="2148840"/>
            <a:ext cx="3246120" cy="310896"/>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13" name="Text 10">
            <a:extLst xmlns:a="http://schemas.openxmlformats.org/drawingml/2006/main">
              <a:ext uri="{FF2B5EF4-FFF2-40B4-BE49-F238E27FC236}">
                <a16:creationId xmlns:a16="http://schemas.microsoft.com/office/drawing/2014/main" id="{27968FB2-14F0-4539-91E4-580534B07C1A}"/>
              </a:ext>
            </a:extLst>
          </p:cNvPr>
          <p:cNvSpPr>
            <a:spLocks xmlns:a="http://schemas.openxmlformats.org/drawingml/2006/main" noGrp="1"/>
          </p:cNvSpPr>
          <p:nvPr/>
        </p:nvSpPr>
        <p:spPr>
          <a:xfrm xmlns:a="http://schemas.openxmlformats.org/drawingml/2006/main">
            <a:off x="11073384" y="2148840"/>
            <a:ext cx="8229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EEF2F8"/>
                </a:solidFill>
                <a:latin typeface="Arial"/>
                <a:ea typeface="Arial"/>
                <a:cs typeface="Arial"/>
              </a:rPr>
              <a:t>[00]</a:t>
            </a:r>
            <a:endParaRPr sz="1200"/>
          </a:p>
        </p:txBody>
      </p:sp>
      <p:sp>
        <p:nvSpPr>
          <p:cNvPr id="14" name="Text 11">
            <a:extLst xmlns:a="http://schemas.openxmlformats.org/drawingml/2006/main">
              <a:ext uri="{FF2B5EF4-FFF2-40B4-BE49-F238E27FC236}">
                <a16:creationId xmlns:a16="http://schemas.microsoft.com/office/drawing/2014/main" id="{939480A0-42BD-4A2C-B591-B487D8CD9014}"/>
              </a:ext>
            </a:extLst>
          </p:cNvPr>
          <p:cNvSpPr>
            <a:spLocks xmlns:a="http://schemas.openxmlformats.org/drawingml/2006/main" noGrp="1"/>
          </p:cNvSpPr>
          <p:nvPr/>
        </p:nvSpPr>
        <p:spPr>
          <a:xfrm xmlns:a="http://schemas.openxmlformats.org/drawingml/2006/main">
            <a:off x="7680960" y="2898648"/>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spc="200">
                <a:solidFill>
                  <a:srgbClr val="8A94A8"/>
                </a:solidFill>
                <a:latin typeface="Arial"/>
                <a:ea typeface="Arial"/>
                <a:cs typeface="Arial"/>
              </a:rPr>
              <a:t>[Last year]</a:t>
            </a:r>
            <a:endParaRPr sz="1000"/>
          </a:p>
        </p:txBody>
      </p:sp>
      <p:sp>
        <p:nvSpPr>
          <p:cNvPr id="15" name="Shape 12">
            <a:extLst xmlns:a="http://schemas.openxmlformats.org/drawingml/2006/main">
              <a:ext uri="{FF2B5EF4-FFF2-40B4-BE49-F238E27FC236}">
                <a16:creationId xmlns:a16="http://schemas.microsoft.com/office/drawing/2014/main" id="{BC795C8E-E418-4658-B68F-B2B81C827D38}"/>
              </a:ext>
            </a:extLst>
          </p:cNvPr>
          <p:cNvSpPr>
            <a:spLocks xmlns:a="http://schemas.openxmlformats.org/drawingml/2006/main" noGrp="1"/>
          </p:cNvSpPr>
          <p:nvPr/>
        </p:nvSpPr>
        <p:spPr>
          <a:xfrm xmlns:a="http://schemas.openxmlformats.org/drawingml/2006/main">
            <a:off x="7680960" y="3227832"/>
            <a:ext cx="2103120" cy="310896"/>
          </a:xfrm>
          <a:prstGeom xmlns:a="http://schemas.openxmlformats.org/drawingml/2006/main" prst="rect">
            <a:avLst/>
          </a:prstGeom>
          <a:solidFill xmlns:a="http://schemas.openxmlformats.org/drawingml/2006/main">
            <a:srgbClr val="35405A"/>
          </a:solidFill>
          <a:ln xmlns:a="http://schemas.openxmlformats.org/drawingml/2006/main" w="12700">
            <a:solidFill>
              <a:srgbClr val="35405A"/>
            </a:solidFill>
            <a:prstDash val="solid"/>
          </a:ln>
        </p:spPr>
      </p:sp>
      <p:sp>
        <p:nvSpPr>
          <p:cNvPr id="16" name="Text 13">
            <a:extLst xmlns:a="http://schemas.openxmlformats.org/drawingml/2006/main">
              <a:ext uri="{FF2B5EF4-FFF2-40B4-BE49-F238E27FC236}">
                <a16:creationId xmlns:a16="http://schemas.microsoft.com/office/drawing/2014/main" id="{DBD1217F-3641-44E7-A7CB-B8099BACD827}"/>
              </a:ext>
            </a:extLst>
          </p:cNvPr>
          <p:cNvSpPr>
            <a:spLocks xmlns:a="http://schemas.openxmlformats.org/drawingml/2006/main" noGrp="1"/>
          </p:cNvSpPr>
          <p:nvPr/>
        </p:nvSpPr>
        <p:spPr>
          <a:xfrm xmlns:a="http://schemas.openxmlformats.org/drawingml/2006/main">
            <a:off x="9930384" y="3227832"/>
            <a:ext cx="8229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EEF2F8"/>
                </a:solidFill>
                <a:latin typeface="Arial"/>
                <a:ea typeface="Arial"/>
                <a:cs typeface="Arial"/>
              </a:rPr>
              <a:t>[00]</a:t>
            </a:r>
            <a:endParaRPr sz="1200"/>
          </a:p>
        </p:txBody>
      </p:sp>
      <p:sp>
        <p:nvSpPr>
          <p:cNvPr id="17" name="Text 14">
            <a:extLst xmlns:a="http://schemas.openxmlformats.org/drawingml/2006/main">
              <a:ext uri="{FF2B5EF4-FFF2-40B4-BE49-F238E27FC236}">
                <a16:creationId xmlns:a16="http://schemas.microsoft.com/office/drawing/2014/main" id="{13E1A8ED-CC8D-409C-BDD2-B227C8AFBD76}"/>
              </a:ext>
            </a:extLst>
          </p:cNvPr>
          <p:cNvSpPr>
            <a:spLocks xmlns:a="http://schemas.openxmlformats.org/drawingml/2006/main" noGrp="1"/>
          </p:cNvSpPr>
          <p:nvPr/>
        </p:nvSpPr>
        <p:spPr>
          <a:xfrm xmlns:a="http://schemas.openxmlformats.org/drawingml/2006/main">
            <a:off x="7680960" y="397764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spc="200">
                <a:solidFill>
                  <a:srgbClr val="8A94A8"/>
                </a:solidFill>
                <a:latin typeface="Arial"/>
                <a:ea typeface="Arial"/>
                <a:cs typeface="Arial"/>
              </a:rPr>
              <a:t>[Benchmark]</a:t>
            </a:r>
            <a:endParaRPr sz="1000"/>
          </a:p>
        </p:txBody>
      </p:sp>
      <p:sp>
        <p:nvSpPr>
          <p:cNvPr id="18" name="Shape 15">
            <a:extLst xmlns:a="http://schemas.openxmlformats.org/drawingml/2006/main">
              <a:ext uri="{FF2B5EF4-FFF2-40B4-BE49-F238E27FC236}">
                <a16:creationId xmlns:a16="http://schemas.microsoft.com/office/drawing/2014/main" id="{65F4F26D-2CAC-4AC7-9678-7DF6DD2465C1}"/>
              </a:ext>
            </a:extLst>
          </p:cNvPr>
          <p:cNvSpPr>
            <a:spLocks xmlns:a="http://schemas.openxmlformats.org/drawingml/2006/main" noGrp="1"/>
          </p:cNvSpPr>
          <p:nvPr/>
        </p:nvSpPr>
        <p:spPr>
          <a:xfrm xmlns:a="http://schemas.openxmlformats.org/drawingml/2006/main">
            <a:off x="7680960" y="4306824"/>
            <a:ext cx="1325880" cy="310896"/>
          </a:xfrm>
          <a:prstGeom xmlns:a="http://schemas.openxmlformats.org/drawingml/2006/main" prst="rect">
            <a:avLst/>
          </a:prstGeom>
          <a:solidFill xmlns:a="http://schemas.openxmlformats.org/drawingml/2006/main">
            <a:srgbClr val="2A3348"/>
          </a:solidFill>
          <a:ln xmlns:a="http://schemas.openxmlformats.org/drawingml/2006/main" w="12700">
            <a:solidFill>
              <a:srgbClr val="2A3348"/>
            </a:solidFill>
            <a:prstDash val="solid"/>
          </a:ln>
        </p:spPr>
      </p:sp>
      <p:sp>
        <p:nvSpPr>
          <p:cNvPr id="19" name="Text 16">
            <a:extLst xmlns:a="http://schemas.openxmlformats.org/drawingml/2006/main">
              <a:ext uri="{FF2B5EF4-FFF2-40B4-BE49-F238E27FC236}">
                <a16:creationId xmlns:a16="http://schemas.microsoft.com/office/drawing/2014/main" id="{B71E9E27-EF54-4A7A-9F3B-69A1534660D0}"/>
              </a:ext>
            </a:extLst>
          </p:cNvPr>
          <p:cNvSpPr>
            <a:spLocks xmlns:a="http://schemas.openxmlformats.org/drawingml/2006/main" noGrp="1"/>
          </p:cNvSpPr>
          <p:nvPr/>
        </p:nvSpPr>
        <p:spPr>
          <a:xfrm xmlns:a="http://schemas.openxmlformats.org/drawingml/2006/main">
            <a:off x="9153144" y="4306824"/>
            <a:ext cx="8229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EEF2F8"/>
                </a:solidFill>
                <a:latin typeface="Arial"/>
                <a:ea typeface="Arial"/>
                <a:cs typeface="Arial"/>
              </a:rPr>
              <a:t>[00]</a:t>
            </a:r>
            <a:endParaRPr sz="1200"/>
          </a:p>
        </p:txBody>
      </p:sp>
    </p:spTree>
    <p:extLst>
      <p:ext uri="{BB962C8B-B14F-4D97-AF65-F5344CB8AC3E}">
        <p14:creationId xmlns:p14="http://schemas.microsoft.com/office/powerpoint/2010/main" val="270596267"/>
      </p:ext>
    </p:extLst>
  </p:cSld>
</p:sld>
</file>

<file path=ppt/slides/slide9.xml><?xml version="1.0" encoding="utf-8"?>
<p:sld xmlns:p="http://schemas.openxmlformats.org/presentationml/2006/main">
  <p:cSld>
    <p:bg>
      <p:bgPr>
        <a:blipFill xmlns:a="http://schemas.openxmlformats.org/drawingml/2006/main" rotWithShape="1">
          <a:blip xmlns:r="http://schemas.openxmlformats.org/officeDocument/2006/relationships" r:embed="Rab625c89e0ba464a">
            <a:lum/>
          </a:blip>
          <a:srcRect l="0" t="0" r="0" b="0"/>
          <a:stretch>
            <a:fillRect l="0" t="0" r="0" b="0"/>
          </a:stretch>
        </a:blipFill>
      </p:bgPr>
    </p:bg>
    <p:spTree>
      <p:nvGrpSpPr>
        <p:cNvPr id="1" name=""/>
        <p:cNvGrpSpPr/>
        <p:nvPr/>
      </p:nvGrpSpPr>
      <p:grpSpPr>
        <a:xfrm xmlns:a="http://schemas.openxmlformats.org/drawingml/2006/main"/>
      </p:grpSpPr>
      <p:pic>
        <p:nvPicPr>
          <p:cNvPr id="20" name="!!orb"/>
          <p:cNvPicPr>
            <a:picLocks xmlns:a="http://schemas.openxmlformats.org/drawingml/2006/main" noChangeAspect="1"/>
          </p:cNvPicPr>
          <p:nvPr/>
        </p:nvPicPr>
        <p:blipFill>
          <a:blip xmlns:r="http://schemas.openxmlformats.org/officeDocument/2006/relationships" xmlns:a="http://schemas.openxmlformats.org/drawingml/2006/main" r:embed="R78e7998c132749ad"/>
          <a:stretch xmlns:a="http://schemas.openxmlformats.org/drawingml/2006/main">
            <a:fillRect l="0" t="0" r="0" b="0"/>
          </a:stretch>
        </p:blipFill>
        <p:spPr>
          <a:xfrm xmlns:a="http://schemas.openxmlformats.org/drawingml/2006/main">
            <a:off x="7680960" y="3291840"/>
            <a:ext cx="5669280" cy="5669280"/>
          </a:xfrm>
          <a:prstGeom xmlns:a="http://schemas.openxmlformats.org/drawingml/2006/main" prst="rect">
            <a:avLst/>
          </a:prstGeom>
        </p:spPr>
      </p:pic>
      <p:sp>
        <p:nvSpPr>
          <p:cNvPr id="3" name="track">
            <a:extLst xmlns:a="http://schemas.openxmlformats.org/drawingml/2006/main">
              <a:ext uri="{FF2B5EF4-FFF2-40B4-BE49-F238E27FC236}">
                <a16:creationId xmlns:a16="http://schemas.microsoft.com/office/drawing/2014/main" id="{AD6DF469-4412-409D-AA16-A03C5E37DCC9}"/>
              </a:ext>
            </a:extLst>
          </p:cNvPr>
          <p:cNvSpPr>
            <a:spLocks xmlns:a="http://schemas.openxmlformats.org/drawingml/2006/main" noGrp="1"/>
          </p:cNvSpPr>
          <p:nvPr/>
        </p:nvSpPr>
        <p:spPr>
          <a:xfrm xmlns:a="http://schemas.openxmlformats.org/drawingml/2006/main">
            <a:off x="822960" y="6451092"/>
            <a:ext cx="10545775" cy="16459"/>
          </a:xfrm>
          <a:prstGeom xmlns:a="http://schemas.openxmlformats.org/drawingml/2006/main" prst="rect">
            <a:avLst/>
          </a:prstGeom>
          <a:solidFill xmlns:a="http://schemas.openxmlformats.org/drawingml/2006/main">
            <a:srgbClr val="242C3B"/>
          </a:solidFill>
          <a:ln xmlns:a="http://schemas.openxmlformats.org/drawingml/2006/main" w="12700">
            <a:solidFill>
              <a:srgbClr val="242C3B"/>
            </a:solidFill>
            <a:prstDash val="solid"/>
          </a:ln>
        </p:spPr>
      </p:sp>
      <p:sp>
        <p:nvSpPr>
          <p:cNvPr id="4" name="!!bar">
            <a:extLst xmlns:a="http://schemas.openxmlformats.org/drawingml/2006/main">
              <a:ext uri="{FF2B5EF4-FFF2-40B4-BE49-F238E27FC236}">
                <a16:creationId xmlns:a16="http://schemas.microsoft.com/office/drawing/2014/main" id="{4E23F55E-5CAA-4D27-8139-D11B64626E68}"/>
              </a:ext>
            </a:extLst>
          </p:cNvPr>
          <p:cNvSpPr>
            <a:spLocks xmlns:a="http://schemas.openxmlformats.org/drawingml/2006/main" noGrp="1"/>
          </p:cNvSpPr>
          <p:nvPr/>
        </p:nvSpPr>
        <p:spPr>
          <a:xfrm xmlns:a="http://schemas.openxmlformats.org/drawingml/2006/main">
            <a:off x="822960" y="6446520"/>
            <a:ext cx="4662670" cy="27432"/>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5" name="!!mark">
            <a:extLst xmlns:a="http://schemas.openxmlformats.org/drawingml/2006/main">
              <a:ext uri="{FF2B5EF4-FFF2-40B4-BE49-F238E27FC236}">
                <a16:creationId xmlns:a16="http://schemas.microsoft.com/office/drawing/2014/main" id="{7BAC369B-88EE-41E5-A94D-DD9CC7186155}"/>
              </a:ext>
            </a:extLst>
          </p:cNvPr>
          <p:cNvSpPr>
            <a:spLocks xmlns:a="http://schemas.openxmlformats.org/drawingml/2006/main" noGrp="1"/>
          </p:cNvSpPr>
          <p:nvPr/>
        </p:nvSpPr>
        <p:spPr>
          <a:xfrm xmlns:a="http://schemas.openxmlformats.org/drawingml/2006/main" rot="2700000">
            <a:off x="822960" y="548640"/>
            <a:ext cx="137160" cy="137160"/>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6" name="!!kicker">
            <a:extLst xmlns:a="http://schemas.openxmlformats.org/drawingml/2006/main">
              <a:ext uri="{FF2B5EF4-FFF2-40B4-BE49-F238E27FC236}">
                <a16:creationId xmlns:a16="http://schemas.microsoft.com/office/drawing/2014/main" id="{17FE112E-E4D1-4B61-881E-C5FB9337ACB3}"/>
              </a:ext>
            </a:extLst>
          </p:cNvPr>
          <p:cNvSpPr>
            <a:spLocks xmlns:a="http://schemas.openxmlformats.org/drawingml/2006/main" noGrp="1"/>
          </p:cNvSpPr>
          <p:nvPr/>
        </p:nvSpPr>
        <p:spPr>
          <a:xfrm xmlns:a="http://schemas.openxmlformats.org/drawingml/2006/main">
            <a:off x="1133856" y="457200"/>
            <a:ext cx="6400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spc="400">
                <a:solidFill>
                  <a:srgbClr val="8A94A8"/>
                </a:solidFill>
                <a:latin typeface="Arial"/>
                <a:ea typeface="Arial"/>
                <a:cs typeface="Arial"/>
              </a:rPr>
              <a:t>EVIDENCE</a:t>
            </a:r>
            <a:endParaRPr sz="900"/>
          </a:p>
        </p:txBody>
      </p:sp>
      <p:sp>
        <p:nvSpPr>
          <p:cNvPr id="7" name="pageno">
            <a:extLst xmlns:a="http://schemas.openxmlformats.org/drawingml/2006/main">
              <a:ext uri="{FF2B5EF4-FFF2-40B4-BE49-F238E27FC236}">
                <a16:creationId xmlns:a16="http://schemas.microsoft.com/office/drawing/2014/main" id="{6BC1DBB1-8D8D-4018-A480-C887DA0F85EE}"/>
              </a:ext>
            </a:extLst>
          </p:cNvPr>
          <p:cNvSpPr>
            <a:spLocks xmlns:a="http://schemas.openxmlformats.org/drawingml/2006/main" noGrp="1"/>
          </p:cNvSpPr>
          <p:nvPr/>
        </p:nvSpPr>
        <p:spPr>
          <a:xfrm xmlns:a="http://schemas.openxmlformats.org/drawingml/2006/main">
            <a:off x="9966960" y="457200"/>
            <a:ext cx="139903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spc="200">
                <a:solidFill>
                  <a:srgbClr val="8A94A8"/>
                </a:solidFill>
                <a:latin typeface="Arial"/>
                <a:ea typeface="Arial"/>
                <a:cs typeface="Arial"/>
              </a:rPr>
              <a:t>09 / 20</a:t>
            </a:r>
            <a:endParaRPr sz="900"/>
          </a:p>
        </p:txBody>
      </p:sp>
      <p:sp>
        <p:nvSpPr>
          <p:cNvPr id="8" name="Text 5">
            <a:extLst xmlns:a="http://schemas.openxmlformats.org/drawingml/2006/main">
              <a:ext uri="{FF2B5EF4-FFF2-40B4-BE49-F238E27FC236}">
                <a16:creationId xmlns:a16="http://schemas.microsoft.com/office/drawing/2014/main" id="{A4C99146-DABB-4312-A16B-86B055A41CC4}"/>
              </a:ext>
            </a:extLst>
          </p:cNvPr>
          <p:cNvSpPr>
            <a:spLocks xmlns:a="http://schemas.openxmlformats.org/drawingml/2006/main" noGrp="1"/>
          </p:cNvSpPr>
          <p:nvPr/>
        </p:nvSpPr>
        <p:spPr>
          <a:xfrm xmlns:a="http://schemas.openxmlformats.org/drawingml/2006/main">
            <a:off x="822960" y="1115568"/>
            <a:ext cx="822960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nSpc>
                <a:spcPts val="3078"/>
              </a:lnSpc>
              <a:buNone/>
            </a:pPr>
            <a:r>
              <a:rPr sz="2700" b="1">
                <a:solidFill>
                  <a:srgbClr val="EEF2F8"/>
                </a:solidFill>
                <a:latin typeface="Arial"/>
                <a:ea typeface="Arial"/>
                <a:cs typeface="Arial"/>
              </a:rPr>
              <a:t>Three figures worth arguing over</a:t>
            </a:r>
            <a:endParaRPr sz="2700"/>
          </a:p>
        </p:txBody>
      </p:sp>
      <p:sp>
        <p:nvSpPr>
          <p:cNvPr id="9" name="Text 6">
            <a:extLst xmlns:a="http://schemas.openxmlformats.org/drawingml/2006/main">
              <a:ext uri="{FF2B5EF4-FFF2-40B4-BE49-F238E27FC236}">
                <a16:creationId xmlns:a16="http://schemas.microsoft.com/office/drawing/2014/main" id="{C985B917-F662-452A-90D5-C3638B22C471}"/>
              </a:ext>
            </a:extLst>
          </p:cNvPr>
          <p:cNvSpPr>
            <a:spLocks xmlns:a="http://schemas.openxmlformats.org/drawingml/2006/main" noGrp="1"/>
          </p:cNvSpPr>
          <p:nvPr/>
        </p:nvSpPr>
        <p:spPr>
          <a:xfrm xmlns:a="http://schemas.openxmlformats.org/drawingml/2006/main">
            <a:off x="822960" y="2606040"/>
            <a:ext cx="320040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600" b="1" spc="-200">
                <a:solidFill>
                  <a:srgbClr val="FF6B35"/>
                </a:solidFill>
                <a:latin typeface="Arial"/>
                <a:ea typeface="Arial"/>
                <a:cs typeface="Arial"/>
              </a:rPr>
              <a:t>[00]</a:t>
            </a:r>
            <a:endParaRPr sz="6600"/>
          </a:p>
        </p:txBody>
      </p:sp>
      <p:sp>
        <p:nvSpPr>
          <p:cNvPr id="10" name="Text 7">
            <a:extLst xmlns:a="http://schemas.openxmlformats.org/drawingml/2006/main">
              <a:ext uri="{FF2B5EF4-FFF2-40B4-BE49-F238E27FC236}">
                <a16:creationId xmlns:a16="http://schemas.microsoft.com/office/drawing/2014/main" id="{4D668E25-38FC-48F5-A90A-BF00882FDB3C}"/>
              </a:ext>
            </a:extLst>
          </p:cNvPr>
          <p:cNvSpPr>
            <a:spLocks xmlns:a="http://schemas.openxmlformats.org/drawingml/2006/main" noGrp="1"/>
          </p:cNvSpPr>
          <p:nvPr/>
        </p:nvSpPr>
        <p:spPr>
          <a:xfrm xmlns:a="http://schemas.openxmlformats.org/drawingml/2006/main">
            <a:off x="822960" y="4160520"/>
            <a:ext cx="29260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EEF2F8"/>
                </a:solidFill>
                <a:latin typeface="Arial"/>
                <a:ea typeface="Arial"/>
                <a:cs typeface="Arial"/>
              </a:rPr>
              <a:t>[Label for figure one]</a:t>
            </a:r>
            <a:endParaRPr sz="1500"/>
          </a:p>
        </p:txBody>
      </p:sp>
      <p:sp>
        <p:nvSpPr>
          <p:cNvPr id="11" name="Text 8">
            <a:extLst xmlns:a="http://schemas.openxmlformats.org/drawingml/2006/main">
              <a:ext uri="{FF2B5EF4-FFF2-40B4-BE49-F238E27FC236}">
                <a16:creationId xmlns:a16="http://schemas.microsoft.com/office/drawing/2014/main" id="{78BE5658-912E-4DC3-B531-9E0DCC6F7103}"/>
              </a:ext>
            </a:extLst>
          </p:cNvPr>
          <p:cNvSpPr>
            <a:spLocks xmlns:a="http://schemas.openxmlformats.org/drawingml/2006/main" noGrp="1"/>
          </p:cNvSpPr>
          <p:nvPr/>
        </p:nvSpPr>
        <p:spPr>
          <a:xfrm xmlns:a="http://schemas.openxmlformats.org/drawingml/2006/main">
            <a:off x="822960" y="4553712"/>
            <a:ext cx="292608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800"/>
              </a:lnSpc>
              <a:buNone/>
            </a:pPr>
            <a:r>
              <a:rPr sz="1200">
                <a:solidFill>
                  <a:srgbClr val="8A94A8"/>
                </a:solidFill>
                <a:latin typeface="Arial"/>
                <a:ea typeface="Arial"/>
                <a:cs typeface="Arial"/>
              </a:rPr>
              <a:t>[Period and comparison]</a:t>
            </a:r>
            <a:endParaRPr sz="1200"/>
          </a:p>
        </p:txBody>
      </p:sp>
      <p:sp>
        <p:nvSpPr>
          <p:cNvPr id="12" name="Text 9">
            <a:extLst xmlns:a="http://schemas.openxmlformats.org/drawingml/2006/main">
              <a:ext uri="{FF2B5EF4-FFF2-40B4-BE49-F238E27FC236}">
                <a16:creationId xmlns:a16="http://schemas.microsoft.com/office/drawing/2014/main" id="{81990119-B6F1-46B6-BC91-603E1FFF7072}"/>
              </a:ext>
            </a:extLst>
          </p:cNvPr>
          <p:cNvSpPr>
            <a:spLocks xmlns:a="http://schemas.openxmlformats.org/drawingml/2006/main" noGrp="1"/>
          </p:cNvSpPr>
          <p:nvPr/>
        </p:nvSpPr>
        <p:spPr>
          <a:xfrm xmlns:a="http://schemas.openxmlformats.org/drawingml/2006/main">
            <a:off x="4494276" y="2606040"/>
            <a:ext cx="320040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600" b="1" spc="-200">
                <a:solidFill>
                  <a:srgbClr val="EEF2F8"/>
                </a:solidFill>
                <a:latin typeface="Arial"/>
                <a:ea typeface="Arial"/>
                <a:cs typeface="Arial"/>
              </a:rPr>
              <a:t>[00]</a:t>
            </a:r>
            <a:endParaRPr sz="6600"/>
          </a:p>
        </p:txBody>
      </p:sp>
      <p:sp>
        <p:nvSpPr>
          <p:cNvPr id="13" name="Text 10">
            <a:extLst xmlns:a="http://schemas.openxmlformats.org/drawingml/2006/main">
              <a:ext uri="{FF2B5EF4-FFF2-40B4-BE49-F238E27FC236}">
                <a16:creationId xmlns:a16="http://schemas.microsoft.com/office/drawing/2014/main" id="{B372963D-744E-4611-AC7D-AA373E21267C}"/>
              </a:ext>
            </a:extLst>
          </p:cNvPr>
          <p:cNvSpPr>
            <a:spLocks xmlns:a="http://schemas.openxmlformats.org/drawingml/2006/main" noGrp="1"/>
          </p:cNvSpPr>
          <p:nvPr/>
        </p:nvSpPr>
        <p:spPr>
          <a:xfrm xmlns:a="http://schemas.openxmlformats.org/drawingml/2006/main">
            <a:off x="4494276" y="4160520"/>
            <a:ext cx="29260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EEF2F8"/>
                </a:solidFill>
                <a:latin typeface="Arial"/>
                <a:ea typeface="Arial"/>
                <a:cs typeface="Arial"/>
              </a:rPr>
              <a:t>[Label for figure two]</a:t>
            </a:r>
            <a:endParaRPr sz="1500"/>
          </a:p>
        </p:txBody>
      </p:sp>
      <p:sp>
        <p:nvSpPr>
          <p:cNvPr id="14" name="Text 11">
            <a:extLst xmlns:a="http://schemas.openxmlformats.org/drawingml/2006/main">
              <a:ext uri="{FF2B5EF4-FFF2-40B4-BE49-F238E27FC236}">
                <a16:creationId xmlns:a16="http://schemas.microsoft.com/office/drawing/2014/main" id="{F10062E6-4263-41E5-91FC-468F3C6D3482}"/>
              </a:ext>
            </a:extLst>
          </p:cNvPr>
          <p:cNvSpPr>
            <a:spLocks xmlns:a="http://schemas.openxmlformats.org/drawingml/2006/main" noGrp="1"/>
          </p:cNvSpPr>
          <p:nvPr/>
        </p:nvSpPr>
        <p:spPr>
          <a:xfrm xmlns:a="http://schemas.openxmlformats.org/drawingml/2006/main">
            <a:off x="4494276" y="4553712"/>
            <a:ext cx="292608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800"/>
              </a:lnSpc>
              <a:buNone/>
            </a:pPr>
            <a:r>
              <a:rPr sz="1200">
                <a:solidFill>
                  <a:srgbClr val="8A94A8"/>
                </a:solidFill>
                <a:latin typeface="Arial"/>
                <a:ea typeface="Arial"/>
                <a:cs typeface="Arial"/>
              </a:rPr>
              <a:t>[Period and comparison]</a:t>
            </a:r>
            <a:endParaRPr sz="1200"/>
          </a:p>
        </p:txBody>
      </p:sp>
      <p:sp>
        <p:nvSpPr>
          <p:cNvPr id="15" name="Text 12">
            <a:extLst xmlns:a="http://schemas.openxmlformats.org/drawingml/2006/main">
              <a:ext uri="{FF2B5EF4-FFF2-40B4-BE49-F238E27FC236}">
                <a16:creationId xmlns:a16="http://schemas.microsoft.com/office/drawing/2014/main" id="{62198F73-6B5B-4984-AC64-EEEB16106A7B}"/>
              </a:ext>
            </a:extLst>
          </p:cNvPr>
          <p:cNvSpPr>
            <a:spLocks xmlns:a="http://schemas.openxmlformats.org/drawingml/2006/main" noGrp="1"/>
          </p:cNvSpPr>
          <p:nvPr/>
        </p:nvSpPr>
        <p:spPr>
          <a:xfrm xmlns:a="http://schemas.openxmlformats.org/drawingml/2006/main">
            <a:off x="8165592" y="2606040"/>
            <a:ext cx="320040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600" b="1" spc="-200">
                <a:solidFill>
                  <a:srgbClr val="3DDC97"/>
                </a:solidFill>
                <a:latin typeface="Arial"/>
                <a:ea typeface="Arial"/>
                <a:cs typeface="Arial"/>
              </a:rPr>
              <a:t>[00]</a:t>
            </a:r>
            <a:endParaRPr sz="6600"/>
          </a:p>
        </p:txBody>
      </p:sp>
      <p:sp>
        <p:nvSpPr>
          <p:cNvPr id="16" name="Text 13">
            <a:extLst xmlns:a="http://schemas.openxmlformats.org/drawingml/2006/main">
              <a:ext uri="{FF2B5EF4-FFF2-40B4-BE49-F238E27FC236}">
                <a16:creationId xmlns:a16="http://schemas.microsoft.com/office/drawing/2014/main" id="{0846BA5C-9329-4BB0-905E-39703B1A48BD}"/>
              </a:ext>
            </a:extLst>
          </p:cNvPr>
          <p:cNvSpPr>
            <a:spLocks xmlns:a="http://schemas.openxmlformats.org/drawingml/2006/main" noGrp="1"/>
          </p:cNvSpPr>
          <p:nvPr/>
        </p:nvSpPr>
        <p:spPr>
          <a:xfrm xmlns:a="http://schemas.openxmlformats.org/drawingml/2006/main">
            <a:off x="8165592" y="4160520"/>
            <a:ext cx="29260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EEF2F8"/>
                </a:solidFill>
                <a:latin typeface="Arial"/>
                <a:ea typeface="Arial"/>
                <a:cs typeface="Arial"/>
              </a:rPr>
              <a:t>[Label for figure three]</a:t>
            </a:r>
            <a:endParaRPr sz="1500"/>
          </a:p>
        </p:txBody>
      </p:sp>
      <p:sp>
        <p:nvSpPr>
          <p:cNvPr id="17" name="Text 14">
            <a:extLst xmlns:a="http://schemas.openxmlformats.org/drawingml/2006/main">
              <a:ext uri="{FF2B5EF4-FFF2-40B4-BE49-F238E27FC236}">
                <a16:creationId xmlns:a16="http://schemas.microsoft.com/office/drawing/2014/main" id="{3DC0E042-861D-42B3-A9F9-20A9D083349D}"/>
              </a:ext>
            </a:extLst>
          </p:cNvPr>
          <p:cNvSpPr>
            <a:spLocks xmlns:a="http://schemas.openxmlformats.org/drawingml/2006/main" noGrp="1"/>
          </p:cNvSpPr>
          <p:nvPr/>
        </p:nvSpPr>
        <p:spPr>
          <a:xfrm xmlns:a="http://schemas.openxmlformats.org/drawingml/2006/main">
            <a:off x="8165592" y="4553712"/>
            <a:ext cx="292608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800"/>
              </a:lnSpc>
              <a:buNone/>
            </a:pPr>
            <a:r>
              <a:rPr sz="1200">
                <a:solidFill>
                  <a:srgbClr val="8A94A8"/>
                </a:solidFill>
                <a:latin typeface="Arial"/>
                <a:ea typeface="Arial"/>
                <a:cs typeface="Arial"/>
              </a:rPr>
              <a:t>[Period and comparison]</a:t>
            </a:r>
            <a:endParaRPr sz="1200"/>
          </a:p>
        </p:txBody>
      </p:sp>
      <p:sp>
        <p:nvSpPr>
          <p:cNvPr id="18" name="!!num">
            <a:extLst xmlns:a="http://schemas.openxmlformats.org/drawingml/2006/main">
              <a:ext uri="{FF2B5EF4-FFF2-40B4-BE49-F238E27FC236}">
                <a16:creationId xmlns:a16="http://schemas.microsoft.com/office/drawing/2014/main" id="{D8366BBF-AFEB-482A-A6B3-4FFA616072FC}"/>
              </a:ext>
            </a:extLst>
          </p:cNvPr>
          <p:cNvSpPr>
            <a:spLocks xmlns:a="http://schemas.openxmlformats.org/drawingml/2006/main" noGrp="1"/>
          </p:cNvSpPr>
          <p:nvPr/>
        </p:nvSpPr>
        <p:spPr>
          <a:xfrm xmlns:a="http://schemas.openxmlformats.org/drawingml/2006/main">
            <a:off x="10607040" y="1133856"/>
            <a:ext cx="758952"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2000" b="1">
                <a:solidFill>
                  <a:srgbClr val="FF6B35"/>
                </a:solidFill>
                <a:latin typeface="Arial"/>
                <a:ea typeface="Arial"/>
                <a:cs typeface="Arial"/>
              </a:rPr>
              <a:t>02</a:t>
            </a:r>
            <a:endParaRPr sz="2000"/>
          </a:p>
        </p:txBody>
      </p:sp>
    </p:spTree>
    <p:extLst>
      <p:ext uri="{BB962C8B-B14F-4D97-AF65-F5344CB8AC3E}">
        <p14:creationId xmlns:p14="http://schemas.microsoft.com/office/powerpoint/2010/main" val="171276510"/>
      </p:ext>
    </p:extLst>
  </p:cSld>
</p:sld>
</file>

<file path=ppt/slides/slide10.xml><?xml version="1.0" encoding="utf-8"?>
<p:sld xmlns:p="http://schemas.openxmlformats.org/presentationml/2006/main">
  <p:cSld>
    <p:bg>
      <p:bgPr>
        <a:blipFill xmlns:a="http://schemas.openxmlformats.org/drawingml/2006/main" rotWithShape="1">
          <a:blip xmlns:r="http://schemas.openxmlformats.org/officeDocument/2006/relationships" r:embed="Rfb46bdd1c2284bac">
            <a:lum/>
          </a:blip>
          <a:srcRect l="0" t="0" r="0" b="0"/>
          <a:stretch>
            <a:fillRect l="0" t="0" r="0" b="0"/>
          </a:stretch>
        </a:blipFill>
      </p:bgPr>
    </p:bg>
    <p:spTree>
      <p:nvGrpSpPr>
        <p:cNvPr id="1" name=""/>
        <p:cNvGrpSpPr/>
        <p:nvPr/>
      </p:nvGrpSpPr>
      <p:grpSpPr>
        <a:xfrm xmlns:a="http://schemas.openxmlformats.org/drawingml/2006/main"/>
      </p:grpSpPr>
      <p:pic>
        <p:nvPicPr>
          <p:cNvPr id="12" name="!!orb"/>
          <p:cNvPicPr>
            <a:picLocks xmlns:a="http://schemas.openxmlformats.org/drawingml/2006/main" noChangeAspect="1"/>
          </p:cNvPicPr>
          <p:nvPr/>
        </p:nvPicPr>
        <p:blipFill>
          <a:blip xmlns:r="http://schemas.openxmlformats.org/officeDocument/2006/relationships" xmlns:a="http://schemas.openxmlformats.org/drawingml/2006/main" r:embed="Rcea679d83ecc4398"/>
          <a:stretch xmlns:a="http://schemas.openxmlformats.org/drawingml/2006/main">
            <a:fillRect l="0" t="0" r="0" b="0"/>
          </a:stretch>
        </p:blipFill>
        <p:spPr>
          <a:xfrm xmlns:a="http://schemas.openxmlformats.org/drawingml/2006/main">
            <a:off x="7498080" y="1645920"/>
            <a:ext cx="6400800" cy="6400800"/>
          </a:xfrm>
          <a:prstGeom xmlns:a="http://schemas.openxmlformats.org/drawingml/2006/main" prst="rect">
            <a:avLst/>
          </a:prstGeom>
        </p:spPr>
      </p:pic>
      <p:sp>
        <p:nvSpPr>
          <p:cNvPr id="3" name="track">
            <a:extLst xmlns:a="http://schemas.openxmlformats.org/drawingml/2006/main">
              <a:ext uri="{FF2B5EF4-FFF2-40B4-BE49-F238E27FC236}">
                <a16:creationId xmlns:a16="http://schemas.microsoft.com/office/drawing/2014/main" id="{5E924D04-D34A-4182-95F5-0CFA728461C7}"/>
              </a:ext>
            </a:extLst>
          </p:cNvPr>
          <p:cNvSpPr>
            <a:spLocks xmlns:a="http://schemas.openxmlformats.org/drawingml/2006/main" noGrp="1"/>
          </p:cNvSpPr>
          <p:nvPr/>
        </p:nvSpPr>
        <p:spPr>
          <a:xfrm xmlns:a="http://schemas.openxmlformats.org/drawingml/2006/main">
            <a:off x="822960" y="6451092"/>
            <a:ext cx="10545775" cy="16459"/>
          </a:xfrm>
          <a:prstGeom xmlns:a="http://schemas.openxmlformats.org/drawingml/2006/main" prst="rect">
            <a:avLst/>
          </a:prstGeom>
          <a:solidFill xmlns:a="http://schemas.openxmlformats.org/drawingml/2006/main">
            <a:srgbClr val="242C3B"/>
          </a:solidFill>
          <a:ln xmlns:a="http://schemas.openxmlformats.org/drawingml/2006/main" w="12700">
            <a:solidFill>
              <a:srgbClr val="242C3B"/>
            </a:solidFill>
            <a:prstDash val="solid"/>
          </a:ln>
        </p:spPr>
      </p:sp>
      <p:sp>
        <p:nvSpPr>
          <p:cNvPr id="4" name="!!bar">
            <a:extLst xmlns:a="http://schemas.openxmlformats.org/drawingml/2006/main">
              <a:ext uri="{FF2B5EF4-FFF2-40B4-BE49-F238E27FC236}">
                <a16:creationId xmlns:a16="http://schemas.microsoft.com/office/drawing/2014/main" id="{E9FA338A-C59E-4E55-930D-2B7AA939EC51}"/>
              </a:ext>
            </a:extLst>
          </p:cNvPr>
          <p:cNvSpPr>
            <a:spLocks xmlns:a="http://schemas.openxmlformats.org/drawingml/2006/main" noGrp="1"/>
          </p:cNvSpPr>
          <p:nvPr/>
        </p:nvSpPr>
        <p:spPr>
          <a:xfrm xmlns:a="http://schemas.openxmlformats.org/drawingml/2006/main">
            <a:off x="822960" y="6446520"/>
            <a:ext cx="5197498" cy="27432"/>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5" name="!!mark">
            <a:extLst xmlns:a="http://schemas.openxmlformats.org/drawingml/2006/main">
              <a:ext uri="{FF2B5EF4-FFF2-40B4-BE49-F238E27FC236}">
                <a16:creationId xmlns:a16="http://schemas.microsoft.com/office/drawing/2014/main" id="{9B4AD30A-3C89-4E47-B329-E155AFD0A99D}"/>
              </a:ext>
            </a:extLst>
          </p:cNvPr>
          <p:cNvSpPr>
            <a:spLocks xmlns:a="http://schemas.openxmlformats.org/drawingml/2006/main" noGrp="1"/>
          </p:cNvSpPr>
          <p:nvPr/>
        </p:nvSpPr>
        <p:spPr>
          <a:xfrm xmlns:a="http://schemas.openxmlformats.org/drawingml/2006/main" rot="2700000">
            <a:off x="822960" y="548640"/>
            <a:ext cx="137160" cy="137160"/>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6" name="!!kicker">
            <a:extLst xmlns:a="http://schemas.openxmlformats.org/drawingml/2006/main">
              <a:ext uri="{FF2B5EF4-FFF2-40B4-BE49-F238E27FC236}">
                <a16:creationId xmlns:a16="http://schemas.microsoft.com/office/drawing/2014/main" id="{5EF5796B-E68A-4D2B-A8E9-54251A02A835}"/>
              </a:ext>
            </a:extLst>
          </p:cNvPr>
          <p:cNvSpPr>
            <a:spLocks xmlns:a="http://schemas.openxmlformats.org/drawingml/2006/main" noGrp="1"/>
          </p:cNvSpPr>
          <p:nvPr/>
        </p:nvSpPr>
        <p:spPr>
          <a:xfrm xmlns:a="http://schemas.openxmlformats.org/drawingml/2006/main">
            <a:off x="1133856" y="457200"/>
            <a:ext cx="6400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spc="400">
                <a:solidFill>
                  <a:srgbClr val="8A94A8"/>
                </a:solidFill>
                <a:latin typeface="Arial"/>
                <a:ea typeface="Arial"/>
                <a:cs typeface="Arial"/>
              </a:rPr>
              <a:t>CHAPTER 02</a:t>
            </a:r>
            <a:endParaRPr sz="900"/>
          </a:p>
        </p:txBody>
      </p:sp>
      <p:sp>
        <p:nvSpPr>
          <p:cNvPr id="7" name="pageno">
            <a:extLst xmlns:a="http://schemas.openxmlformats.org/drawingml/2006/main">
              <a:ext uri="{FF2B5EF4-FFF2-40B4-BE49-F238E27FC236}">
                <a16:creationId xmlns:a16="http://schemas.microsoft.com/office/drawing/2014/main" id="{7A2B9979-9890-447F-97AB-EAAFCC938E1B}"/>
              </a:ext>
            </a:extLst>
          </p:cNvPr>
          <p:cNvSpPr>
            <a:spLocks xmlns:a="http://schemas.openxmlformats.org/drawingml/2006/main" noGrp="1"/>
          </p:cNvSpPr>
          <p:nvPr/>
        </p:nvSpPr>
        <p:spPr>
          <a:xfrm xmlns:a="http://schemas.openxmlformats.org/drawingml/2006/main">
            <a:off x="9966960" y="457200"/>
            <a:ext cx="139903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spc="200">
                <a:solidFill>
                  <a:srgbClr val="8A94A8"/>
                </a:solidFill>
                <a:latin typeface="Arial"/>
                <a:ea typeface="Arial"/>
                <a:cs typeface="Arial"/>
              </a:rPr>
              <a:t>10 / 20</a:t>
            </a:r>
            <a:endParaRPr sz="900"/>
          </a:p>
        </p:txBody>
      </p:sp>
      <p:sp>
        <p:nvSpPr>
          <p:cNvPr id="8" name="!!num">
            <a:extLst xmlns:a="http://schemas.openxmlformats.org/drawingml/2006/main">
              <a:ext uri="{FF2B5EF4-FFF2-40B4-BE49-F238E27FC236}">
                <a16:creationId xmlns:a16="http://schemas.microsoft.com/office/drawing/2014/main" id="{BBE53C54-3CB0-4B76-A725-55AB041B5019}"/>
              </a:ext>
            </a:extLst>
          </p:cNvPr>
          <p:cNvSpPr>
            <a:spLocks xmlns:a="http://schemas.openxmlformats.org/drawingml/2006/main" noGrp="1"/>
          </p:cNvSpPr>
          <p:nvPr/>
        </p:nvSpPr>
        <p:spPr>
          <a:xfrm xmlns:a="http://schemas.openxmlformats.org/drawingml/2006/main">
            <a:off x="822960" y="685800"/>
            <a:ext cx="5669280" cy="5120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1000" b="1" spc="-800">
                <a:solidFill>
                  <a:srgbClr val="1F2735"/>
                </a:solidFill>
                <a:latin typeface="Arial"/>
                <a:ea typeface="Arial"/>
                <a:cs typeface="Arial"/>
              </a:rPr>
              <a:t>02</a:t>
            </a:r>
            <a:endParaRPr sz="21000"/>
          </a:p>
        </p:txBody>
      </p:sp>
      <p:sp>
        <p:nvSpPr>
          <p:cNvPr id="9" name="Text 6">
            <a:extLst xmlns:a="http://schemas.openxmlformats.org/drawingml/2006/main">
              <a:ext uri="{FF2B5EF4-FFF2-40B4-BE49-F238E27FC236}">
                <a16:creationId xmlns:a16="http://schemas.microsoft.com/office/drawing/2014/main" id="{7F6433A0-CF19-4910-A120-021E02E7A818}"/>
              </a:ext>
            </a:extLst>
          </p:cNvPr>
          <p:cNvSpPr>
            <a:spLocks xmlns:a="http://schemas.openxmlformats.org/drawingml/2006/main" noGrp="1"/>
          </p:cNvSpPr>
          <p:nvPr/>
        </p:nvSpPr>
        <p:spPr>
          <a:xfrm xmlns:a="http://schemas.openxmlformats.org/drawingml/2006/main">
            <a:off x="5852160" y="2514600"/>
            <a:ext cx="5513832" cy="19202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lnSpc>
                <a:spcPts val="5000"/>
              </a:lnSpc>
              <a:buNone/>
            </a:pPr>
            <a:r>
              <a:rPr sz="4400" b="1">
                <a:solidFill>
                  <a:srgbClr val="EEF2F8"/>
                </a:solidFill>
                <a:latin typeface="Arial"/>
                <a:ea typeface="Arial"/>
                <a:cs typeface="Arial"/>
              </a:rPr>
              <a:t>[Chapter two</a:t>
            </a:r>
            <a:endParaRPr sz="4400"/>
          </a:p>
          <a:p xmlns:a="http://schemas.openxmlformats.org/drawingml/2006/main">
            <a:pPr marL="0" indent="0" algn="r">
              <a:lnSpc>
                <a:spcPts val="5000"/>
              </a:lnSpc>
              <a:buNone/>
            </a:pPr>
            <a:r>
              <a:rPr sz="4400" b="1">
                <a:solidFill>
                  <a:srgbClr val="EEF2F8"/>
                </a:solidFill>
                <a:latin typeface="Arial"/>
                <a:ea typeface="Arial"/>
                <a:cs typeface="Arial"/>
              </a:rPr>
              <a:t>title]</a:t>
            </a:r>
            <a:endParaRPr sz="4400"/>
          </a:p>
        </p:txBody>
      </p:sp>
      <p:sp>
        <p:nvSpPr>
          <p:cNvPr id="10" name="Text 7">
            <a:extLst xmlns:a="http://schemas.openxmlformats.org/drawingml/2006/main">
              <a:ext uri="{FF2B5EF4-FFF2-40B4-BE49-F238E27FC236}">
                <a16:creationId xmlns:a16="http://schemas.microsoft.com/office/drawing/2014/main" id="{0A4D2ACF-7B80-4554-9C0C-8C93949A7787}"/>
              </a:ext>
            </a:extLst>
          </p:cNvPr>
          <p:cNvSpPr>
            <a:spLocks xmlns:a="http://schemas.openxmlformats.org/drawingml/2006/main" noGrp="1"/>
          </p:cNvSpPr>
          <p:nvPr/>
        </p:nvSpPr>
        <p:spPr>
          <a:xfrm xmlns:a="http://schemas.openxmlformats.org/drawingml/2006/main">
            <a:off x="5852160" y="4572000"/>
            <a:ext cx="551383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lnSpc>
                <a:spcPts val="2000"/>
              </a:lnSpc>
              <a:buNone/>
            </a:pPr>
            <a:r>
              <a:rPr sz="1350">
                <a:solidFill>
                  <a:srgbClr val="8A94A8"/>
                </a:solidFill>
                <a:latin typeface="Arial"/>
                <a:ea typeface="Arial"/>
                <a:cs typeface="Arial"/>
              </a:rPr>
              <a:t>[One line on what this section proves and why it matters.]</a:t>
            </a:r>
            <a:endParaRPr sz="1350"/>
          </a:p>
        </p:txBody>
      </p:sp>
    </p:spTree>
    <p:extLst>
      <p:ext uri="{BB962C8B-B14F-4D97-AF65-F5344CB8AC3E}">
        <p14:creationId xmlns:p14="http://schemas.microsoft.com/office/powerpoint/2010/main" val="876815964"/>
      </p:ext>
    </p:extLst>
  </p:cSld>
</p:sld>
</file>

<file path=ppt/slides/slide11.xml><?xml version="1.0" encoding="utf-8"?>
<p:sld xmlns:p="http://schemas.openxmlformats.org/presentationml/2006/main">
  <p:cSld>
    <p:bg>
      <p:bgPr>
        <a:blipFill xmlns:a="http://schemas.openxmlformats.org/drawingml/2006/main" rotWithShape="1">
          <a:blip xmlns:r="http://schemas.openxmlformats.org/officeDocument/2006/relationships" r:embed="R63335c6effe54108">
            <a:lum/>
          </a:blip>
          <a:srcRect l="0" t="0" r="0" b="0"/>
          <a:stretch>
            <a:fillRect l="0" t="0" r="0" b="0"/>
          </a:stretch>
        </a:blipFill>
      </p:bgPr>
    </p:bg>
    <p:spTree>
      <p:nvGrpSpPr>
        <p:cNvPr id="1" name=""/>
        <p:cNvGrpSpPr/>
        <p:nvPr/>
      </p:nvGrpSpPr>
      <p:grpSpPr>
        <a:xfrm xmlns:a="http://schemas.openxmlformats.org/drawingml/2006/main"/>
      </p:grpSpPr>
      <p:pic>
        <p:nvPicPr>
          <p:cNvPr id="32" name="!!orb"/>
          <p:cNvPicPr>
            <a:picLocks xmlns:a="http://schemas.openxmlformats.org/drawingml/2006/main" noChangeAspect="1"/>
          </p:cNvPicPr>
          <p:nvPr/>
        </p:nvPicPr>
        <p:blipFill>
          <a:blip xmlns:r="http://schemas.openxmlformats.org/officeDocument/2006/relationships" xmlns:a="http://schemas.openxmlformats.org/drawingml/2006/main" r:embed="Rca92279b9ceb4234"/>
          <a:stretch xmlns:a="http://schemas.openxmlformats.org/drawingml/2006/main">
            <a:fillRect l="0" t="0" r="0" b="0"/>
          </a:stretch>
        </p:blipFill>
        <p:spPr>
          <a:xfrm xmlns:a="http://schemas.openxmlformats.org/drawingml/2006/main">
            <a:off x="-1828800" y="3474720"/>
            <a:ext cx="5120640" cy="5120640"/>
          </a:xfrm>
          <a:prstGeom xmlns:a="http://schemas.openxmlformats.org/drawingml/2006/main" prst="rect">
            <a:avLst/>
          </a:prstGeom>
        </p:spPr>
      </p:pic>
      <p:sp>
        <p:nvSpPr>
          <p:cNvPr id="3" name="track">
            <a:extLst xmlns:a="http://schemas.openxmlformats.org/drawingml/2006/main">
              <a:ext uri="{FF2B5EF4-FFF2-40B4-BE49-F238E27FC236}">
                <a16:creationId xmlns:a16="http://schemas.microsoft.com/office/drawing/2014/main" id="{E1C4B692-95CC-4E43-AAD2-11450DB9E38C}"/>
              </a:ext>
            </a:extLst>
          </p:cNvPr>
          <p:cNvSpPr>
            <a:spLocks xmlns:a="http://schemas.openxmlformats.org/drawingml/2006/main" noGrp="1"/>
          </p:cNvSpPr>
          <p:nvPr/>
        </p:nvSpPr>
        <p:spPr>
          <a:xfrm xmlns:a="http://schemas.openxmlformats.org/drawingml/2006/main">
            <a:off x="822960" y="6451092"/>
            <a:ext cx="10545775" cy="16459"/>
          </a:xfrm>
          <a:prstGeom xmlns:a="http://schemas.openxmlformats.org/drawingml/2006/main" prst="rect">
            <a:avLst/>
          </a:prstGeom>
          <a:solidFill xmlns:a="http://schemas.openxmlformats.org/drawingml/2006/main">
            <a:srgbClr val="242C3B"/>
          </a:solidFill>
          <a:ln xmlns:a="http://schemas.openxmlformats.org/drawingml/2006/main" w="12700">
            <a:solidFill>
              <a:srgbClr val="242C3B"/>
            </a:solidFill>
            <a:prstDash val="solid"/>
          </a:ln>
        </p:spPr>
      </p:sp>
      <p:sp>
        <p:nvSpPr>
          <p:cNvPr id="4" name="!!bar">
            <a:extLst xmlns:a="http://schemas.openxmlformats.org/drawingml/2006/main">
              <a:ext uri="{FF2B5EF4-FFF2-40B4-BE49-F238E27FC236}">
                <a16:creationId xmlns:a16="http://schemas.microsoft.com/office/drawing/2014/main" id="{CC62EC98-43DE-4830-837E-C5E826AE1920}"/>
              </a:ext>
            </a:extLst>
          </p:cNvPr>
          <p:cNvSpPr>
            <a:spLocks xmlns:a="http://schemas.openxmlformats.org/drawingml/2006/main" noGrp="1"/>
          </p:cNvSpPr>
          <p:nvPr/>
        </p:nvSpPr>
        <p:spPr>
          <a:xfrm xmlns:a="http://schemas.openxmlformats.org/drawingml/2006/main">
            <a:off x="822960" y="6446520"/>
            <a:ext cx="5732325" cy="27432"/>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5" name="!!mark">
            <a:extLst xmlns:a="http://schemas.openxmlformats.org/drawingml/2006/main">
              <a:ext uri="{FF2B5EF4-FFF2-40B4-BE49-F238E27FC236}">
                <a16:creationId xmlns:a16="http://schemas.microsoft.com/office/drawing/2014/main" id="{D6BEEF53-0E8A-43D9-9411-223D32BF2ADD}"/>
              </a:ext>
            </a:extLst>
          </p:cNvPr>
          <p:cNvSpPr>
            <a:spLocks xmlns:a="http://schemas.openxmlformats.org/drawingml/2006/main" noGrp="1"/>
          </p:cNvSpPr>
          <p:nvPr/>
        </p:nvSpPr>
        <p:spPr>
          <a:xfrm xmlns:a="http://schemas.openxmlformats.org/drawingml/2006/main" rot="2700000">
            <a:off x="822960" y="548640"/>
            <a:ext cx="137160" cy="137160"/>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6" name="!!kicker">
            <a:extLst xmlns:a="http://schemas.openxmlformats.org/drawingml/2006/main">
              <a:ext uri="{FF2B5EF4-FFF2-40B4-BE49-F238E27FC236}">
                <a16:creationId xmlns:a16="http://schemas.microsoft.com/office/drawing/2014/main" id="{36BBE9C8-5583-4E5C-AC24-04266B6F72C2}"/>
              </a:ext>
            </a:extLst>
          </p:cNvPr>
          <p:cNvSpPr>
            <a:spLocks xmlns:a="http://schemas.openxmlformats.org/drawingml/2006/main" noGrp="1"/>
          </p:cNvSpPr>
          <p:nvPr/>
        </p:nvSpPr>
        <p:spPr>
          <a:xfrm xmlns:a="http://schemas.openxmlformats.org/drawingml/2006/main">
            <a:off x="1133856" y="457200"/>
            <a:ext cx="6400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spc="400">
                <a:solidFill>
                  <a:srgbClr val="8A94A8"/>
                </a:solidFill>
                <a:latin typeface="Arial"/>
                <a:ea typeface="Arial"/>
                <a:cs typeface="Arial"/>
              </a:rPr>
              <a:t>CHAPTER 02</a:t>
            </a:r>
            <a:endParaRPr sz="900"/>
          </a:p>
        </p:txBody>
      </p:sp>
      <p:sp>
        <p:nvSpPr>
          <p:cNvPr id="7" name="pageno">
            <a:extLst xmlns:a="http://schemas.openxmlformats.org/drawingml/2006/main">
              <a:ext uri="{FF2B5EF4-FFF2-40B4-BE49-F238E27FC236}">
                <a16:creationId xmlns:a16="http://schemas.microsoft.com/office/drawing/2014/main" id="{6C2C2A85-F7B2-44BF-8B48-191096F95A46}"/>
              </a:ext>
            </a:extLst>
          </p:cNvPr>
          <p:cNvSpPr>
            <a:spLocks xmlns:a="http://schemas.openxmlformats.org/drawingml/2006/main" noGrp="1"/>
          </p:cNvSpPr>
          <p:nvPr/>
        </p:nvSpPr>
        <p:spPr>
          <a:xfrm xmlns:a="http://schemas.openxmlformats.org/drawingml/2006/main">
            <a:off x="9966960" y="457200"/>
            <a:ext cx="139903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spc="200">
                <a:solidFill>
                  <a:srgbClr val="8A94A8"/>
                </a:solidFill>
                <a:latin typeface="Arial"/>
                <a:ea typeface="Arial"/>
                <a:cs typeface="Arial"/>
              </a:rPr>
              <a:t>11 / 20</a:t>
            </a:r>
            <a:endParaRPr sz="900"/>
          </a:p>
        </p:txBody>
      </p:sp>
      <p:sp>
        <p:nvSpPr>
          <p:cNvPr id="8" name="Text 5">
            <a:extLst xmlns:a="http://schemas.openxmlformats.org/drawingml/2006/main">
              <a:ext uri="{FF2B5EF4-FFF2-40B4-BE49-F238E27FC236}">
                <a16:creationId xmlns:a16="http://schemas.microsoft.com/office/drawing/2014/main" id="{2642B1DB-7FF2-4F1B-B775-B190A278C899}"/>
              </a:ext>
            </a:extLst>
          </p:cNvPr>
          <p:cNvSpPr>
            <a:spLocks xmlns:a="http://schemas.openxmlformats.org/drawingml/2006/main" noGrp="1"/>
          </p:cNvSpPr>
          <p:nvPr/>
        </p:nvSpPr>
        <p:spPr>
          <a:xfrm xmlns:a="http://schemas.openxmlformats.org/drawingml/2006/main">
            <a:off x="822960" y="1115568"/>
            <a:ext cx="731520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nSpc>
                <a:spcPts val="3078"/>
              </a:lnSpc>
              <a:buNone/>
            </a:pPr>
            <a:r>
              <a:rPr sz="2700" b="1">
                <a:solidFill>
                  <a:srgbClr val="EEF2F8"/>
                </a:solidFill>
                <a:latin typeface="Arial"/>
                <a:ea typeface="Arial"/>
                <a:cs typeface="Arial"/>
              </a:rPr>
              <a:t>How we got here</a:t>
            </a:r>
            <a:endParaRPr sz="2700"/>
          </a:p>
        </p:txBody>
      </p:sp>
      <p:sp>
        <p:nvSpPr>
          <p:cNvPr id="9" name="!!num">
            <a:extLst xmlns:a="http://schemas.openxmlformats.org/drawingml/2006/main">
              <a:ext uri="{FF2B5EF4-FFF2-40B4-BE49-F238E27FC236}">
                <a16:creationId xmlns:a16="http://schemas.microsoft.com/office/drawing/2014/main" id="{6D1B4E10-A920-47BC-A7CD-81DB206B07A4}"/>
              </a:ext>
            </a:extLst>
          </p:cNvPr>
          <p:cNvSpPr>
            <a:spLocks xmlns:a="http://schemas.openxmlformats.org/drawingml/2006/main" noGrp="1"/>
          </p:cNvSpPr>
          <p:nvPr/>
        </p:nvSpPr>
        <p:spPr>
          <a:xfrm xmlns:a="http://schemas.openxmlformats.org/drawingml/2006/main">
            <a:off x="10607040" y="1133856"/>
            <a:ext cx="758952"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2000" b="1">
                <a:solidFill>
                  <a:srgbClr val="FF6B35"/>
                </a:solidFill>
                <a:latin typeface="Arial"/>
                <a:ea typeface="Arial"/>
                <a:cs typeface="Arial"/>
              </a:rPr>
              <a:t>02</a:t>
            </a:r>
            <a:endParaRPr sz="2000"/>
          </a:p>
        </p:txBody>
      </p:sp>
      <p:sp>
        <p:nvSpPr>
          <p:cNvPr id="10" name="Shape 7">
            <a:extLst xmlns:a="http://schemas.openxmlformats.org/drawingml/2006/main">
              <a:ext uri="{FF2B5EF4-FFF2-40B4-BE49-F238E27FC236}">
                <a16:creationId xmlns:a16="http://schemas.microsoft.com/office/drawing/2014/main" id="{6B969551-016C-49D8-B29B-882C58B45EC4}"/>
              </a:ext>
            </a:extLst>
          </p:cNvPr>
          <p:cNvSpPr>
            <a:spLocks xmlns:a="http://schemas.openxmlformats.org/drawingml/2006/main" noGrp="1"/>
          </p:cNvSpPr>
          <p:nvPr/>
        </p:nvSpPr>
        <p:spPr>
          <a:xfrm xmlns:a="http://schemas.openxmlformats.org/drawingml/2006/main">
            <a:off x="1828800" y="3529584"/>
            <a:ext cx="8531352" cy="16459"/>
          </a:xfrm>
          <a:prstGeom xmlns:a="http://schemas.openxmlformats.org/drawingml/2006/main" prst="rect">
            <a:avLst/>
          </a:prstGeom>
          <a:solidFill xmlns:a="http://schemas.openxmlformats.org/drawingml/2006/main">
            <a:srgbClr val="242C3B"/>
          </a:solidFill>
          <a:ln xmlns:a="http://schemas.openxmlformats.org/drawingml/2006/main" w="12700">
            <a:solidFill>
              <a:srgbClr val="242C3B"/>
            </a:solidFill>
            <a:prstDash val="solid"/>
          </a:ln>
        </p:spPr>
      </p:sp>
      <p:sp>
        <p:nvSpPr>
          <p:cNvPr id="11" name="Text 8">
            <a:extLst xmlns:a="http://schemas.openxmlformats.org/drawingml/2006/main">
              <a:ext uri="{FF2B5EF4-FFF2-40B4-BE49-F238E27FC236}">
                <a16:creationId xmlns:a16="http://schemas.microsoft.com/office/drawing/2014/main" id="{9BC4ACC4-2414-44D5-A06C-5B014D4B6F96}"/>
              </a:ext>
            </a:extLst>
          </p:cNvPr>
          <p:cNvSpPr>
            <a:spLocks xmlns:a="http://schemas.openxmlformats.org/drawingml/2006/main" noGrp="1"/>
          </p:cNvSpPr>
          <p:nvPr/>
        </p:nvSpPr>
        <p:spPr>
          <a:xfrm xmlns:a="http://schemas.openxmlformats.org/drawingml/2006/main">
            <a:off x="822960" y="2944368"/>
            <a:ext cx="20116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50" b="1" spc="200">
                <a:solidFill>
                  <a:srgbClr val="8A94A8"/>
                </a:solidFill>
                <a:latin typeface="Arial"/>
                <a:ea typeface="Arial"/>
                <a:cs typeface="Arial"/>
              </a:rPr>
              <a:t>[YEAR]</a:t>
            </a:r>
            <a:endParaRPr sz="1150"/>
          </a:p>
        </p:txBody>
      </p:sp>
      <p:sp>
        <p:nvSpPr>
          <p:cNvPr id="12" name="!!node1">
            <a:extLst xmlns:a="http://schemas.openxmlformats.org/drawingml/2006/main">
              <a:ext uri="{FF2B5EF4-FFF2-40B4-BE49-F238E27FC236}">
                <a16:creationId xmlns:a16="http://schemas.microsoft.com/office/drawing/2014/main" id="{6B8791B5-6707-4CA2-B5DC-EE0567D4D991}"/>
              </a:ext>
            </a:extLst>
          </p:cNvPr>
          <p:cNvSpPr>
            <a:spLocks xmlns:a="http://schemas.openxmlformats.org/drawingml/2006/main" noGrp="1"/>
          </p:cNvSpPr>
          <p:nvPr/>
        </p:nvSpPr>
        <p:spPr>
          <a:xfrm xmlns:a="http://schemas.openxmlformats.org/drawingml/2006/main">
            <a:off x="1723644" y="3433572"/>
            <a:ext cx="210312" cy="210312"/>
          </a:xfrm>
          <a:prstGeom xmlns:a="http://schemas.openxmlformats.org/drawingml/2006/main" prst="ellipse">
            <a:avLst/>
          </a:prstGeom>
          <a:solidFill xmlns:a="http://schemas.openxmlformats.org/drawingml/2006/main">
            <a:srgbClr val="3A455C"/>
          </a:solidFill>
          <a:ln xmlns:a="http://schemas.openxmlformats.org/drawingml/2006/main" w="25400">
            <a:solidFill>
              <a:srgbClr val="0B0D12"/>
            </a:solidFill>
            <a:prstDash val="solid"/>
          </a:ln>
        </p:spPr>
      </p:sp>
      <p:sp>
        <p:nvSpPr>
          <p:cNvPr id="13" name="Text 10">
            <a:extLst xmlns:a="http://schemas.openxmlformats.org/drawingml/2006/main">
              <a:ext uri="{FF2B5EF4-FFF2-40B4-BE49-F238E27FC236}">
                <a16:creationId xmlns:a16="http://schemas.microsoft.com/office/drawing/2014/main" id="{D147B2D0-A114-41E4-BDDD-06083E70C664}"/>
              </a:ext>
            </a:extLst>
          </p:cNvPr>
          <p:cNvSpPr>
            <a:spLocks xmlns:a="http://schemas.openxmlformats.org/drawingml/2006/main" noGrp="1"/>
          </p:cNvSpPr>
          <p:nvPr/>
        </p:nvSpPr>
        <p:spPr>
          <a:xfrm xmlns:a="http://schemas.openxmlformats.org/drawingml/2006/main">
            <a:off x="822960" y="3858768"/>
            <a:ext cx="2011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b="1">
                <a:solidFill>
                  <a:srgbClr val="EEF2F8"/>
                </a:solidFill>
                <a:latin typeface="Arial"/>
                <a:ea typeface="Arial"/>
                <a:cs typeface="Arial"/>
              </a:rPr>
              <a:t>[Milestone one]</a:t>
            </a:r>
            <a:endParaRPr sz="1350"/>
          </a:p>
        </p:txBody>
      </p:sp>
      <p:sp>
        <p:nvSpPr>
          <p:cNvPr id="14" name="Text 11">
            <a:extLst xmlns:a="http://schemas.openxmlformats.org/drawingml/2006/main">
              <a:ext uri="{FF2B5EF4-FFF2-40B4-BE49-F238E27FC236}">
                <a16:creationId xmlns:a16="http://schemas.microsoft.com/office/drawing/2014/main" id="{1408D900-03F8-44D0-BEE8-6680D7AB3C78}"/>
              </a:ext>
            </a:extLst>
          </p:cNvPr>
          <p:cNvSpPr>
            <a:spLocks xmlns:a="http://schemas.openxmlformats.org/drawingml/2006/main" noGrp="1"/>
          </p:cNvSpPr>
          <p:nvPr/>
        </p:nvSpPr>
        <p:spPr>
          <a:xfrm xmlns:a="http://schemas.openxmlformats.org/drawingml/2006/main">
            <a:off x="822960" y="4224528"/>
            <a:ext cx="20116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700"/>
              </a:lnSpc>
              <a:buNone/>
            </a:pPr>
            <a:r>
              <a:rPr sz="1150">
                <a:solidFill>
                  <a:srgbClr val="8A94A8"/>
                </a:solidFill>
                <a:latin typeface="Arial"/>
                <a:ea typeface="Arial"/>
                <a:cs typeface="Arial"/>
              </a:rPr>
              <a:t>[What changed]</a:t>
            </a:r>
            <a:endParaRPr sz="1150"/>
          </a:p>
        </p:txBody>
      </p:sp>
      <p:sp>
        <p:nvSpPr>
          <p:cNvPr id="15" name="Text 12">
            <a:extLst xmlns:a="http://schemas.openxmlformats.org/drawingml/2006/main">
              <a:ext uri="{FF2B5EF4-FFF2-40B4-BE49-F238E27FC236}">
                <a16:creationId xmlns:a16="http://schemas.microsoft.com/office/drawing/2014/main" id="{C28FF78F-9B12-46BD-90E4-534A08373C19}"/>
              </a:ext>
            </a:extLst>
          </p:cNvPr>
          <p:cNvSpPr>
            <a:spLocks xmlns:a="http://schemas.openxmlformats.org/drawingml/2006/main" noGrp="1"/>
          </p:cNvSpPr>
          <p:nvPr/>
        </p:nvSpPr>
        <p:spPr>
          <a:xfrm xmlns:a="http://schemas.openxmlformats.org/drawingml/2006/main">
            <a:off x="2955798" y="2944368"/>
            <a:ext cx="20116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50" b="1" spc="200">
                <a:solidFill>
                  <a:srgbClr val="8A94A8"/>
                </a:solidFill>
                <a:latin typeface="Arial"/>
                <a:ea typeface="Arial"/>
                <a:cs typeface="Arial"/>
              </a:rPr>
              <a:t>[YEAR]</a:t>
            </a:r>
            <a:endParaRPr sz="1150"/>
          </a:p>
        </p:txBody>
      </p:sp>
      <p:sp>
        <p:nvSpPr>
          <p:cNvPr id="16" name="!!node2">
            <a:extLst xmlns:a="http://schemas.openxmlformats.org/drawingml/2006/main">
              <a:ext uri="{FF2B5EF4-FFF2-40B4-BE49-F238E27FC236}">
                <a16:creationId xmlns:a16="http://schemas.microsoft.com/office/drawing/2014/main" id="{E1EE37FA-21F1-4BC2-8F80-B0DD89B997ED}"/>
              </a:ext>
            </a:extLst>
          </p:cNvPr>
          <p:cNvSpPr>
            <a:spLocks xmlns:a="http://schemas.openxmlformats.org/drawingml/2006/main" noGrp="1"/>
          </p:cNvSpPr>
          <p:nvPr/>
        </p:nvSpPr>
        <p:spPr>
          <a:xfrm xmlns:a="http://schemas.openxmlformats.org/drawingml/2006/main">
            <a:off x="3856482" y="3433572"/>
            <a:ext cx="210312" cy="210312"/>
          </a:xfrm>
          <a:prstGeom xmlns:a="http://schemas.openxmlformats.org/drawingml/2006/main" prst="ellipse">
            <a:avLst/>
          </a:prstGeom>
          <a:solidFill xmlns:a="http://schemas.openxmlformats.org/drawingml/2006/main">
            <a:srgbClr val="3A455C"/>
          </a:solidFill>
          <a:ln xmlns:a="http://schemas.openxmlformats.org/drawingml/2006/main" w="25400">
            <a:solidFill>
              <a:srgbClr val="0B0D12"/>
            </a:solidFill>
            <a:prstDash val="solid"/>
          </a:ln>
        </p:spPr>
      </p:sp>
      <p:sp>
        <p:nvSpPr>
          <p:cNvPr id="17" name="Text 14">
            <a:extLst xmlns:a="http://schemas.openxmlformats.org/drawingml/2006/main">
              <a:ext uri="{FF2B5EF4-FFF2-40B4-BE49-F238E27FC236}">
                <a16:creationId xmlns:a16="http://schemas.microsoft.com/office/drawing/2014/main" id="{BA343B30-7F6C-47A8-B73A-F38AB139C335}"/>
              </a:ext>
            </a:extLst>
          </p:cNvPr>
          <p:cNvSpPr>
            <a:spLocks xmlns:a="http://schemas.openxmlformats.org/drawingml/2006/main" noGrp="1"/>
          </p:cNvSpPr>
          <p:nvPr/>
        </p:nvSpPr>
        <p:spPr>
          <a:xfrm xmlns:a="http://schemas.openxmlformats.org/drawingml/2006/main">
            <a:off x="2955798" y="3858768"/>
            <a:ext cx="2011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b="1">
                <a:solidFill>
                  <a:srgbClr val="EEF2F8"/>
                </a:solidFill>
                <a:latin typeface="Arial"/>
                <a:ea typeface="Arial"/>
                <a:cs typeface="Arial"/>
              </a:rPr>
              <a:t>[Milestone two]</a:t>
            </a:r>
            <a:endParaRPr sz="1350"/>
          </a:p>
        </p:txBody>
      </p:sp>
      <p:sp>
        <p:nvSpPr>
          <p:cNvPr id="18" name="Text 15">
            <a:extLst xmlns:a="http://schemas.openxmlformats.org/drawingml/2006/main">
              <a:ext uri="{FF2B5EF4-FFF2-40B4-BE49-F238E27FC236}">
                <a16:creationId xmlns:a16="http://schemas.microsoft.com/office/drawing/2014/main" id="{2785182F-0773-4C5B-958A-17CBF818E507}"/>
              </a:ext>
            </a:extLst>
          </p:cNvPr>
          <p:cNvSpPr>
            <a:spLocks xmlns:a="http://schemas.openxmlformats.org/drawingml/2006/main" noGrp="1"/>
          </p:cNvSpPr>
          <p:nvPr/>
        </p:nvSpPr>
        <p:spPr>
          <a:xfrm xmlns:a="http://schemas.openxmlformats.org/drawingml/2006/main">
            <a:off x="2955798" y="4224528"/>
            <a:ext cx="20116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700"/>
              </a:lnSpc>
              <a:buNone/>
            </a:pPr>
            <a:r>
              <a:rPr sz="1150">
                <a:solidFill>
                  <a:srgbClr val="8A94A8"/>
                </a:solidFill>
                <a:latin typeface="Arial"/>
                <a:ea typeface="Arial"/>
                <a:cs typeface="Arial"/>
              </a:rPr>
              <a:t>[What changed]</a:t>
            </a:r>
            <a:endParaRPr sz="1150"/>
          </a:p>
        </p:txBody>
      </p:sp>
      <p:sp>
        <p:nvSpPr>
          <p:cNvPr id="19" name="Text 16">
            <a:extLst xmlns:a="http://schemas.openxmlformats.org/drawingml/2006/main">
              <a:ext uri="{FF2B5EF4-FFF2-40B4-BE49-F238E27FC236}">
                <a16:creationId xmlns:a16="http://schemas.microsoft.com/office/drawing/2014/main" id="{6F3E8DFB-D319-43ED-A345-219A7AFE11F1}"/>
              </a:ext>
            </a:extLst>
          </p:cNvPr>
          <p:cNvSpPr>
            <a:spLocks xmlns:a="http://schemas.openxmlformats.org/drawingml/2006/main" noGrp="1"/>
          </p:cNvSpPr>
          <p:nvPr/>
        </p:nvSpPr>
        <p:spPr>
          <a:xfrm xmlns:a="http://schemas.openxmlformats.org/drawingml/2006/main">
            <a:off x="5088636" y="2944368"/>
            <a:ext cx="20116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50" b="1" spc="200">
                <a:solidFill>
                  <a:srgbClr val="8A94A8"/>
                </a:solidFill>
                <a:latin typeface="Arial"/>
                <a:ea typeface="Arial"/>
                <a:cs typeface="Arial"/>
              </a:rPr>
              <a:t>[YEAR]</a:t>
            </a:r>
            <a:endParaRPr sz="1150"/>
          </a:p>
        </p:txBody>
      </p:sp>
      <p:sp>
        <p:nvSpPr>
          <p:cNvPr id="20" name="!!node3">
            <a:extLst xmlns:a="http://schemas.openxmlformats.org/drawingml/2006/main">
              <a:ext uri="{FF2B5EF4-FFF2-40B4-BE49-F238E27FC236}">
                <a16:creationId xmlns:a16="http://schemas.microsoft.com/office/drawing/2014/main" id="{98F74090-15B5-4027-854C-922426911A4E}"/>
              </a:ext>
            </a:extLst>
          </p:cNvPr>
          <p:cNvSpPr>
            <a:spLocks xmlns:a="http://schemas.openxmlformats.org/drawingml/2006/main" noGrp="1"/>
          </p:cNvSpPr>
          <p:nvPr/>
        </p:nvSpPr>
        <p:spPr>
          <a:xfrm xmlns:a="http://schemas.openxmlformats.org/drawingml/2006/main">
            <a:off x="5989320" y="3433572"/>
            <a:ext cx="210312" cy="210312"/>
          </a:xfrm>
          <a:prstGeom xmlns:a="http://schemas.openxmlformats.org/drawingml/2006/main" prst="ellipse">
            <a:avLst/>
          </a:prstGeom>
          <a:solidFill xmlns:a="http://schemas.openxmlformats.org/drawingml/2006/main">
            <a:srgbClr val="3A455C"/>
          </a:solidFill>
          <a:ln xmlns:a="http://schemas.openxmlformats.org/drawingml/2006/main" w="25400">
            <a:solidFill>
              <a:srgbClr val="0B0D12"/>
            </a:solidFill>
            <a:prstDash val="solid"/>
          </a:ln>
        </p:spPr>
      </p:sp>
      <p:sp>
        <p:nvSpPr>
          <p:cNvPr id="21" name="Text 18">
            <a:extLst xmlns:a="http://schemas.openxmlformats.org/drawingml/2006/main">
              <a:ext uri="{FF2B5EF4-FFF2-40B4-BE49-F238E27FC236}">
                <a16:creationId xmlns:a16="http://schemas.microsoft.com/office/drawing/2014/main" id="{9813502A-52DE-4C3C-AD54-B8666D03D64B}"/>
              </a:ext>
            </a:extLst>
          </p:cNvPr>
          <p:cNvSpPr>
            <a:spLocks xmlns:a="http://schemas.openxmlformats.org/drawingml/2006/main" noGrp="1"/>
          </p:cNvSpPr>
          <p:nvPr/>
        </p:nvSpPr>
        <p:spPr>
          <a:xfrm xmlns:a="http://schemas.openxmlformats.org/drawingml/2006/main">
            <a:off x="5088636" y="3858768"/>
            <a:ext cx="2011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b="1">
                <a:solidFill>
                  <a:srgbClr val="EEF2F8"/>
                </a:solidFill>
                <a:latin typeface="Arial"/>
                <a:ea typeface="Arial"/>
                <a:cs typeface="Arial"/>
              </a:rPr>
              <a:t>[Milestone three]</a:t>
            </a:r>
            <a:endParaRPr sz="1350"/>
          </a:p>
        </p:txBody>
      </p:sp>
      <p:sp>
        <p:nvSpPr>
          <p:cNvPr id="22" name="Text 19">
            <a:extLst xmlns:a="http://schemas.openxmlformats.org/drawingml/2006/main">
              <a:ext uri="{FF2B5EF4-FFF2-40B4-BE49-F238E27FC236}">
                <a16:creationId xmlns:a16="http://schemas.microsoft.com/office/drawing/2014/main" id="{80C9EF91-20BE-423F-B2BE-1740C8194D48}"/>
              </a:ext>
            </a:extLst>
          </p:cNvPr>
          <p:cNvSpPr>
            <a:spLocks xmlns:a="http://schemas.openxmlformats.org/drawingml/2006/main" noGrp="1"/>
          </p:cNvSpPr>
          <p:nvPr/>
        </p:nvSpPr>
        <p:spPr>
          <a:xfrm xmlns:a="http://schemas.openxmlformats.org/drawingml/2006/main">
            <a:off x="5088636" y="4224528"/>
            <a:ext cx="20116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700"/>
              </a:lnSpc>
              <a:buNone/>
            </a:pPr>
            <a:r>
              <a:rPr sz="1150">
                <a:solidFill>
                  <a:srgbClr val="8A94A8"/>
                </a:solidFill>
                <a:latin typeface="Arial"/>
                <a:ea typeface="Arial"/>
                <a:cs typeface="Arial"/>
              </a:rPr>
              <a:t>[What changed]</a:t>
            </a:r>
            <a:endParaRPr sz="1150"/>
          </a:p>
        </p:txBody>
      </p:sp>
      <p:sp>
        <p:nvSpPr>
          <p:cNvPr id="23" name="Text 20">
            <a:extLst xmlns:a="http://schemas.openxmlformats.org/drawingml/2006/main">
              <a:ext uri="{FF2B5EF4-FFF2-40B4-BE49-F238E27FC236}">
                <a16:creationId xmlns:a16="http://schemas.microsoft.com/office/drawing/2014/main" id="{067CA1CD-2D45-48C2-8E02-4578EE90A5E9}"/>
              </a:ext>
            </a:extLst>
          </p:cNvPr>
          <p:cNvSpPr>
            <a:spLocks xmlns:a="http://schemas.openxmlformats.org/drawingml/2006/main" noGrp="1"/>
          </p:cNvSpPr>
          <p:nvPr/>
        </p:nvSpPr>
        <p:spPr>
          <a:xfrm xmlns:a="http://schemas.openxmlformats.org/drawingml/2006/main">
            <a:off x="7221474" y="2944368"/>
            <a:ext cx="20116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50" b="1" spc="200">
                <a:solidFill>
                  <a:srgbClr val="8A94A8"/>
                </a:solidFill>
                <a:latin typeface="Arial"/>
                <a:ea typeface="Arial"/>
                <a:cs typeface="Arial"/>
              </a:rPr>
              <a:t>[YEAR]</a:t>
            </a:r>
            <a:endParaRPr sz="1150"/>
          </a:p>
        </p:txBody>
      </p:sp>
      <p:sp>
        <p:nvSpPr>
          <p:cNvPr id="24" name="!!node4">
            <a:extLst xmlns:a="http://schemas.openxmlformats.org/drawingml/2006/main">
              <a:ext uri="{FF2B5EF4-FFF2-40B4-BE49-F238E27FC236}">
                <a16:creationId xmlns:a16="http://schemas.microsoft.com/office/drawing/2014/main" id="{0F691CE7-513F-4882-B05E-C461F488D0F1}"/>
              </a:ext>
            </a:extLst>
          </p:cNvPr>
          <p:cNvSpPr>
            <a:spLocks xmlns:a="http://schemas.openxmlformats.org/drawingml/2006/main" noGrp="1"/>
          </p:cNvSpPr>
          <p:nvPr/>
        </p:nvSpPr>
        <p:spPr>
          <a:xfrm xmlns:a="http://schemas.openxmlformats.org/drawingml/2006/main">
            <a:off x="8122158" y="3433572"/>
            <a:ext cx="210312" cy="210312"/>
          </a:xfrm>
          <a:prstGeom xmlns:a="http://schemas.openxmlformats.org/drawingml/2006/main" prst="ellipse">
            <a:avLst/>
          </a:prstGeom>
          <a:solidFill xmlns:a="http://schemas.openxmlformats.org/drawingml/2006/main">
            <a:srgbClr val="3A455C"/>
          </a:solidFill>
          <a:ln xmlns:a="http://schemas.openxmlformats.org/drawingml/2006/main" w="25400">
            <a:solidFill>
              <a:srgbClr val="0B0D12"/>
            </a:solidFill>
            <a:prstDash val="solid"/>
          </a:ln>
        </p:spPr>
      </p:sp>
      <p:sp>
        <p:nvSpPr>
          <p:cNvPr id="25" name="Text 22">
            <a:extLst xmlns:a="http://schemas.openxmlformats.org/drawingml/2006/main">
              <a:ext uri="{FF2B5EF4-FFF2-40B4-BE49-F238E27FC236}">
                <a16:creationId xmlns:a16="http://schemas.microsoft.com/office/drawing/2014/main" id="{07A44B03-7F32-44FA-A00E-88018B710BEA}"/>
              </a:ext>
            </a:extLst>
          </p:cNvPr>
          <p:cNvSpPr>
            <a:spLocks xmlns:a="http://schemas.openxmlformats.org/drawingml/2006/main" noGrp="1"/>
          </p:cNvSpPr>
          <p:nvPr/>
        </p:nvSpPr>
        <p:spPr>
          <a:xfrm xmlns:a="http://schemas.openxmlformats.org/drawingml/2006/main">
            <a:off x="7221474" y="3858768"/>
            <a:ext cx="2011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b="1">
                <a:solidFill>
                  <a:srgbClr val="EEF2F8"/>
                </a:solidFill>
                <a:latin typeface="Arial"/>
                <a:ea typeface="Arial"/>
                <a:cs typeface="Arial"/>
              </a:rPr>
              <a:t>[Milestone four]</a:t>
            </a:r>
            <a:endParaRPr sz="1350"/>
          </a:p>
        </p:txBody>
      </p:sp>
      <p:sp>
        <p:nvSpPr>
          <p:cNvPr id="26" name="Text 23">
            <a:extLst xmlns:a="http://schemas.openxmlformats.org/drawingml/2006/main">
              <a:ext uri="{FF2B5EF4-FFF2-40B4-BE49-F238E27FC236}">
                <a16:creationId xmlns:a16="http://schemas.microsoft.com/office/drawing/2014/main" id="{1D00268A-1A82-4971-9B3F-503B03D097E0}"/>
              </a:ext>
            </a:extLst>
          </p:cNvPr>
          <p:cNvSpPr>
            <a:spLocks xmlns:a="http://schemas.openxmlformats.org/drawingml/2006/main" noGrp="1"/>
          </p:cNvSpPr>
          <p:nvPr/>
        </p:nvSpPr>
        <p:spPr>
          <a:xfrm xmlns:a="http://schemas.openxmlformats.org/drawingml/2006/main">
            <a:off x="7221474" y="4224528"/>
            <a:ext cx="20116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700"/>
              </a:lnSpc>
              <a:buNone/>
            </a:pPr>
            <a:r>
              <a:rPr sz="1150">
                <a:solidFill>
                  <a:srgbClr val="8A94A8"/>
                </a:solidFill>
                <a:latin typeface="Arial"/>
                <a:ea typeface="Arial"/>
                <a:cs typeface="Arial"/>
              </a:rPr>
              <a:t>[What changed]</a:t>
            </a:r>
            <a:endParaRPr sz="1150"/>
          </a:p>
        </p:txBody>
      </p:sp>
      <p:sp>
        <p:nvSpPr>
          <p:cNvPr id="27" name="Text 24">
            <a:extLst xmlns:a="http://schemas.openxmlformats.org/drawingml/2006/main">
              <a:ext uri="{FF2B5EF4-FFF2-40B4-BE49-F238E27FC236}">
                <a16:creationId xmlns:a16="http://schemas.microsoft.com/office/drawing/2014/main" id="{22499DF4-EE03-423C-8897-05B5B09D7475}"/>
              </a:ext>
            </a:extLst>
          </p:cNvPr>
          <p:cNvSpPr>
            <a:spLocks xmlns:a="http://schemas.openxmlformats.org/drawingml/2006/main" noGrp="1"/>
          </p:cNvSpPr>
          <p:nvPr/>
        </p:nvSpPr>
        <p:spPr>
          <a:xfrm xmlns:a="http://schemas.openxmlformats.org/drawingml/2006/main">
            <a:off x="9354312" y="2944368"/>
            <a:ext cx="20116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50" b="1" spc="200">
                <a:solidFill>
                  <a:srgbClr val="FF6B35"/>
                </a:solidFill>
                <a:latin typeface="Arial"/>
                <a:ea typeface="Arial"/>
                <a:cs typeface="Arial"/>
              </a:rPr>
              <a:t>[NOW]</a:t>
            </a:r>
            <a:endParaRPr sz="1150"/>
          </a:p>
        </p:txBody>
      </p:sp>
      <p:sp>
        <p:nvSpPr>
          <p:cNvPr id="28" name="!!node5">
            <a:extLst xmlns:a="http://schemas.openxmlformats.org/drawingml/2006/main">
              <a:ext uri="{FF2B5EF4-FFF2-40B4-BE49-F238E27FC236}">
                <a16:creationId xmlns:a16="http://schemas.microsoft.com/office/drawing/2014/main" id="{EA93324C-1EBD-4996-9749-A0B6CBCF2825}"/>
              </a:ext>
            </a:extLst>
          </p:cNvPr>
          <p:cNvSpPr>
            <a:spLocks xmlns:a="http://schemas.openxmlformats.org/drawingml/2006/main" noGrp="1"/>
          </p:cNvSpPr>
          <p:nvPr/>
        </p:nvSpPr>
        <p:spPr>
          <a:xfrm xmlns:a="http://schemas.openxmlformats.org/drawingml/2006/main">
            <a:off x="10254996" y="3433572"/>
            <a:ext cx="210312" cy="210312"/>
          </a:xfrm>
          <a:prstGeom xmlns:a="http://schemas.openxmlformats.org/drawingml/2006/main" prst="ellipse">
            <a:avLst/>
          </a:prstGeom>
          <a:solidFill xmlns:a="http://schemas.openxmlformats.org/drawingml/2006/main">
            <a:srgbClr val="FF6B35"/>
          </a:solidFill>
          <a:ln xmlns:a="http://schemas.openxmlformats.org/drawingml/2006/main" w="25400">
            <a:solidFill>
              <a:srgbClr val="0B0D12"/>
            </a:solidFill>
            <a:prstDash val="solid"/>
          </a:ln>
        </p:spPr>
      </p:sp>
      <p:sp>
        <p:nvSpPr>
          <p:cNvPr id="29" name="Text 26">
            <a:extLst xmlns:a="http://schemas.openxmlformats.org/drawingml/2006/main">
              <a:ext uri="{FF2B5EF4-FFF2-40B4-BE49-F238E27FC236}">
                <a16:creationId xmlns:a16="http://schemas.microsoft.com/office/drawing/2014/main" id="{F76F70D7-E1B4-46DB-BBBC-F23012D6BE13}"/>
              </a:ext>
            </a:extLst>
          </p:cNvPr>
          <p:cNvSpPr>
            <a:spLocks xmlns:a="http://schemas.openxmlformats.org/drawingml/2006/main" noGrp="1"/>
          </p:cNvSpPr>
          <p:nvPr/>
        </p:nvSpPr>
        <p:spPr>
          <a:xfrm xmlns:a="http://schemas.openxmlformats.org/drawingml/2006/main">
            <a:off x="9354312" y="3858768"/>
            <a:ext cx="2011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b="1">
                <a:solidFill>
                  <a:srgbClr val="EEF2F8"/>
                </a:solidFill>
                <a:latin typeface="Arial"/>
                <a:ea typeface="Arial"/>
                <a:cs typeface="Arial"/>
              </a:rPr>
              <a:t>[Where we stand]</a:t>
            </a:r>
            <a:endParaRPr sz="1350"/>
          </a:p>
        </p:txBody>
      </p:sp>
      <p:sp>
        <p:nvSpPr>
          <p:cNvPr id="30" name="Text 27">
            <a:extLst xmlns:a="http://schemas.openxmlformats.org/drawingml/2006/main">
              <a:ext uri="{FF2B5EF4-FFF2-40B4-BE49-F238E27FC236}">
                <a16:creationId xmlns:a16="http://schemas.microsoft.com/office/drawing/2014/main" id="{3069E149-6362-4325-873F-EAD28F17D98A}"/>
              </a:ext>
            </a:extLst>
          </p:cNvPr>
          <p:cNvSpPr>
            <a:spLocks xmlns:a="http://schemas.openxmlformats.org/drawingml/2006/main" noGrp="1"/>
          </p:cNvSpPr>
          <p:nvPr/>
        </p:nvSpPr>
        <p:spPr>
          <a:xfrm xmlns:a="http://schemas.openxmlformats.org/drawingml/2006/main">
            <a:off x="9354312" y="4224528"/>
            <a:ext cx="20116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700"/>
              </a:lnSpc>
              <a:buNone/>
            </a:pPr>
            <a:r>
              <a:rPr sz="1150">
                <a:solidFill>
                  <a:srgbClr val="8A94A8"/>
                </a:solidFill>
                <a:latin typeface="Arial"/>
                <a:ea typeface="Arial"/>
                <a:cs typeface="Arial"/>
              </a:rPr>
              <a:t>[What changed]</a:t>
            </a:r>
            <a:endParaRPr sz="1150"/>
          </a:p>
        </p:txBody>
      </p:sp>
    </p:spTree>
    <p:extLst>
      <p:ext uri="{BB962C8B-B14F-4D97-AF65-F5344CB8AC3E}">
        <p14:creationId xmlns:p14="http://schemas.microsoft.com/office/powerpoint/2010/main" val="813453339"/>
      </p:ext>
    </p:extLst>
  </p:cSld>
</p:sld>
</file>

<file path=ppt/slides/slide12.xml><?xml version="1.0" encoding="utf-8"?>
<p:sld xmlns:p="http://schemas.openxmlformats.org/presentationml/2006/main">
  <p:cSld>
    <p:bg>
      <p:bgPr>
        <a:blipFill xmlns:a="http://schemas.openxmlformats.org/drawingml/2006/main" rotWithShape="1">
          <a:blip xmlns:r="http://schemas.openxmlformats.org/officeDocument/2006/relationships" r:embed="R9178b920c5054a84">
            <a:lum/>
          </a:blip>
          <a:srcRect l="0" t="0" r="0" b="0"/>
          <a:stretch>
            <a:fillRect l="0" t="0" r="0" b="0"/>
          </a:stretch>
        </a:blipFill>
      </p:bgPr>
    </p:bg>
    <p:spTree>
      <p:nvGrpSpPr>
        <p:cNvPr id="1" name=""/>
        <p:cNvGrpSpPr/>
        <p:nvPr/>
      </p:nvGrpSpPr>
      <p:grpSpPr>
        <a:xfrm xmlns:a="http://schemas.openxmlformats.org/drawingml/2006/main"/>
      </p:grpSpPr>
      <p:pic>
        <p:nvPicPr>
          <p:cNvPr id="22" name="!!orb"/>
          <p:cNvPicPr>
            <a:picLocks xmlns:a="http://schemas.openxmlformats.org/drawingml/2006/main" noChangeAspect="1"/>
          </p:cNvPicPr>
          <p:nvPr/>
        </p:nvPicPr>
        <p:blipFill>
          <a:blip xmlns:r="http://schemas.openxmlformats.org/officeDocument/2006/relationships" xmlns:a="http://schemas.openxmlformats.org/drawingml/2006/main" r:embed="Rc40ac2ab556e4e3a"/>
          <a:stretch xmlns:a="http://schemas.openxmlformats.org/drawingml/2006/main">
            <a:fillRect l="0" t="0" r="0" b="0"/>
          </a:stretch>
        </p:blipFill>
        <p:spPr>
          <a:xfrm xmlns:a="http://schemas.openxmlformats.org/drawingml/2006/main">
            <a:off x="8595360" y="3840480"/>
            <a:ext cx="5120640" cy="5120640"/>
          </a:xfrm>
          <a:prstGeom xmlns:a="http://schemas.openxmlformats.org/drawingml/2006/main" prst="rect">
            <a:avLst/>
          </a:prstGeom>
        </p:spPr>
      </p:pic>
      <p:sp>
        <p:nvSpPr>
          <p:cNvPr id="3" name="track">
            <a:extLst xmlns:a="http://schemas.openxmlformats.org/drawingml/2006/main">
              <a:ext uri="{FF2B5EF4-FFF2-40B4-BE49-F238E27FC236}">
                <a16:creationId xmlns:a16="http://schemas.microsoft.com/office/drawing/2014/main" id="{5B0AFBF4-4949-4475-B413-6D12D6A703A1}"/>
              </a:ext>
            </a:extLst>
          </p:cNvPr>
          <p:cNvSpPr>
            <a:spLocks xmlns:a="http://schemas.openxmlformats.org/drawingml/2006/main" noGrp="1"/>
          </p:cNvSpPr>
          <p:nvPr/>
        </p:nvSpPr>
        <p:spPr>
          <a:xfrm xmlns:a="http://schemas.openxmlformats.org/drawingml/2006/main">
            <a:off x="822960" y="6451092"/>
            <a:ext cx="10545775" cy="16459"/>
          </a:xfrm>
          <a:prstGeom xmlns:a="http://schemas.openxmlformats.org/drawingml/2006/main" prst="rect">
            <a:avLst/>
          </a:prstGeom>
          <a:solidFill xmlns:a="http://schemas.openxmlformats.org/drawingml/2006/main">
            <a:srgbClr val="242C3B"/>
          </a:solidFill>
          <a:ln xmlns:a="http://schemas.openxmlformats.org/drawingml/2006/main" w="12700">
            <a:solidFill>
              <a:srgbClr val="242C3B"/>
            </a:solidFill>
            <a:prstDash val="solid"/>
          </a:ln>
        </p:spPr>
      </p:sp>
      <p:sp>
        <p:nvSpPr>
          <p:cNvPr id="4" name="!!bar">
            <a:extLst xmlns:a="http://schemas.openxmlformats.org/drawingml/2006/main">
              <a:ext uri="{FF2B5EF4-FFF2-40B4-BE49-F238E27FC236}">
                <a16:creationId xmlns:a16="http://schemas.microsoft.com/office/drawing/2014/main" id="{B12895FB-F4F7-4A0A-9395-6EABE9B1B4D3}"/>
              </a:ext>
            </a:extLst>
          </p:cNvPr>
          <p:cNvSpPr>
            <a:spLocks xmlns:a="http://schemas.openxmlformats.org/drawingml/2006/main" noGrp="1"/>
          </p:cNvSpPr>
          <p:nvPr/>
        </p:nvSpPr>
        <p:spPr>
          <a:xfrm xmlns:a="http://schemas.openxmlformats.org/drawingml/2006/main">
            <a:off x="822960" y="6446520"/>
            <a:ext cx="6267153" cy="27432"/>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5" name="!!mark">
            <a:extLst xmlns:a="http://schemas.openxmlformats.org/drawingml/2006/main">
              <a:ext uri="{FF2B5EF4-FFF2-40B4-BE49-F238E27FC236}">
                <a16:creationId xmlns:a16="http://schemas.microsoft.com/office/drawing/2014/main" id="{6EE228E7-BD14-4630-B0BC-FFF95AB383F3}"/>
              </a:ext>
            </a:extLst>
          </p:cNvPr>
          <p:cNvSpPr>
            <a:spLocks xmlns:a="http://schemas.openxmlformats.org/drawingml/2006/main" noGrp="1"/>
          </p:cNvSpPr>
          <p:nvPr/>
        </p:nvSpPr>
        <p:spPr>
          <a:xfrm xmlns:a="http://schemas.openxmlformats.org/drawingml/2006/main" rot="2700000">
            <a:off x="822960" y="548640"/>
            <a:ext cx="137160" cy="137160"/>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6" name="!!kicker">
            <a:extLst xmlns:a="http://schemas.openxmlformats.org/drawingml/2006/main">
              <a:ext uri="{FF2B5EF4-FFF2-40B4-BE49-F238E27FC236}">
                <a16:creationId xmlns:a16="http://schemas.microsoft.com/office/drawing/2014/main" id="{2E2F3CE2-26D5-4183-BEAA-0B51E4160ECB}"/>
              </a:ext>
            </a:extLst>
          </p:cNvPr>
          <p:cNvSpPr>
            <a:spLocks xmlns:a="http://schemas.openxmlformats.org/drawingml/2006/main" noGrp="1"/>
          </p:cNvSpPr>
          <p:nvPr/>
        </p:nvSpPr>
        <p:spPr>
          <a:xfrm xmlns:a="http://schemas.openxmlformats.org/drawingml/2006/main">
            <a:off x="1133856" y="457200"/>
            <a:ext cx="6400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spc="400">
                <a:solidFill>
                  <a:srgbClr val="8A94A8"/>
                </a:solidFill>
                <a:latin typeface="Arial"/>
                <a:ea typeface="Arial"/>
                <a:cs typeface="Arial"/>
              </a:rPr>
              <a:t>THE PLAN</a:t>
            </a:r>
            <a:endParaRPr sz="900"/>
          </a:p>
        </p:txBody>
      </p:sp>
      <p:sp>
        <p:nvSpPr>
          <p:cNvPr id="7" name="pageno">
            <a:extLst xmlns:a="http://schemas.openxmlformats.org/drawingml/2006/main">
              <a:ext uri="{FF2B5EF4-FFF2-40B4-BE49-F238E27FC236}">
                <a16:creationId xmlns:a16="http://schemas.microsoft.com/office/drawing/2014/main" id="{4098311E-B717-40F3-92CB-9FB021436330}"/>
              </a:ext>
            </a:extLst>
          </p:cNvPr>
          <p:cNvSpPr>
            <a:spLocks xmlns:a="http://schemas.openxmlformats.org/drawingml/2006/main" noGrp="1"/>
          </p:cNvSpPr>
          <p:nvPr/>
        </p:nvSpPr>
        <p:spPr>
          <a:xfrm xmlns:a="http://schemas.openxmlformats.org/drawingml/2006/main">
            <a:off x="9966960" y="457200"/>
            <a:ext cx="139903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spc="200">
                <a:solidFill>
                  <a:srgbClr val="8A94A8"/>
                </a:solidFill>
                <a:latin typeface="Arial"/>
                <a:ea typeface="Arial"/>
                <a:cs typeface="Arial"/>
              </a:rPr>
              <a:t>12 / 20</a:t>
            </a:r>
            <a:endParaRPr sz="900"/>
          </a:p>
        </p:txBody>
      </p:sp>
      <p:sp>
        <p:nvSpPr>
          <p:cNvPr id="8" name="Text 5">
            <a:extLst xmlns:a="http://schemas.openxmlformats.org/drawingml/2006/main">
              <a:ext uri="{FF2B5EF4-FFF2-40B4-BE49-F238E27FC236}">
                <a16:creationId xmlns:a16="http://schemas.microsoft.com/office/drawing/2014/main" id="{380638A5-28C0-4E23-B684-921A9530FA0D}"/>
              </a:ext>
            </a:extLst>
          </p:cNvPr>
          <p:cNvSpPr>
            <a:spLocks xmlns:a="http://schemas.openxmlformats.org/drawingml/2006/main" noGrp="1"/>
          </p:cNvSpPr>
          <p:nvPr/>
        </p:nvSpPr>
        <p:spPr>
          <a:xfrm xmlns:a="http://schemas.openxmlformats.org/drawingml/2006/main">
            <a:off x="822960" y="1115568"/>
            <a:ext cx="731520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nSpc>
                <a:spcPts val="3078"/>
              </a:lnSpc>
              <a:buNone/>
            </a:pPr>
            <a:r>
              <a:rPr sz="2700" b="1">
                <a:solidFill>
                  <a:srgbClr val="EEF2F8"/>
                </a:solidFill>
                <a:latin typeface="Arial"/>
                <a:ea typeface="Arial"/>
                <a:cs typeface="Arial"/>
              </a:rPr>
              <a:t>Four steps, in order</a:t>
            </a:r>
            <a:endParaRPr sz="2700"/>
          </a:p>
        </p:txBody>
      </p:sp>
      <p:sp>
        <p:nvSpPr>
          <p:cNvPr id="9" name="!!step1">
            <a:extLst xmlns:a="http://schemas.openxmlformats.org/drawingml/2006/main">
              <a:ext uri="{FF2B5EF4-FFF2-40B4-BE49-F238E27FC236}">
                <a16:creationId xmlns:a16="http://schemas.microsoft.com/office/drawing/2014/main" id="{3A5CB5A2-4A35-4E60-AEB7-AF291EA1130E}"/>
              </a:ext>
            </a:extLst>
          </p:cNvPr>
          <p:cNvSpPr>
            <a:spLocks xmlns:a="http://schemas.openxmlformats.org/drawingml/2006/main" noGrp="1"/>
          </p:cNvSpPr>
          <p:nvPr/>
        </p:nvSpPr>
        <p:spPr>
          <a:xfrm xmlns:a="http://schemas.openxmlformats.org/drawingml/2006/main">
            <a:off x="822960" y="2286000"/>
            <a:ext cx="2432304"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5400" b="1" spc="-200">
                <a:solidFill>
                  <a:srgbClr val="FF6B35"/>
                </a:solidFill>
                <a:latin typeface="Arial"/>
                <a:ea typeface="Arial"/>
                <a:cs typeface="Arial"/>
              </a:rPr>
              <a:t>01</a:t>
            </a:r>
            <a:endParaRPr sz="5400"/>
          </a:p>
        </p:txBody>
      </p:sp>
      <p:sp>
        <p:nvSpPr>
          <p:cNvPr id="10" name="Text 7">
            <a:extLst xmlns:a="http://schemas.openxmlformats.org/drawingml/2006/main">
              <a:ext uri="{FF2B5EF4-FFF2-40B4-BE49-F238E27FC236}">
                <a16:creationId xmlns:a16="http://schemas.microsoft.com/office/drawing/2014/main" id="{22596A8A-21CA-4AEC-9F45-3D3A8B7D37C1}"/>
              </a:ext>
            </a:extLst>
          </p:cNvPr>
          <p:cNvSpPr>
            <a:spLocks xmlns:a="http://schemas.openxmlformats.org/drawingml/2006/main" noGrp="1"/>
          </p:cNvSpPr>
          <p:nvPr/>
        </p:nvSpPr>
        <p:spPr>
          <a:xfrm xmlns:a="http://schemas.openxmlformats.org/drawingml/2006/main">
            <a:off x="822960" y="3456432"/>
            <a:ext cx="2432304"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EEF2F8"/>
                </a:solidFill>
                <a:latin typeface="Arial"/>
                <a:ea typeface="Arial"/>
                <a:cs typeface="Arial"/>
              </a:rPr>
              <a:t>[Step one]</a:t>
            </a:r>
            <a:endParaRPr sz="1600"/>
          </a:p>
        </p:txBody>
      </p:sp>
      <p:sp>
        <p:nvSpPr>
          <p:cNvPr id="11" name="Text 8">
            <a:extLst xmlns:a="http://schemas.openxmlformats.org/drawingml/2006/main">
              <a:ext uri="{FF2B5EF4-FFF2-40B4-BE49-F238E27FC236}">
                <a16:creationId xmlns:a16="http://schemas.microsoft.com/office/drawing/2014/main" id="{38ADC785-DE34-4309-9247-31453C7CA65B}"/>
              </a:ext>
            </a:extLst>
          </p:cNvPr>
          <p:cNvSpPr>
            <a:spLocks xmlns:a="http://schemas.openxmlformats.org/drawingml/2006/main" noGrp="1"/>
          </p:cNvSpPr>
          <p:nvPr/>
        </p:nvSpPr>
        <p:spPr>
          <a:xfrm xmlns:a="http://schemas.openxmlformats.org/drawingml/2006/main">
            <a:off x="822960" y="3840480"/>
            <a:ext cx="2432304"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700"/>
              </a:lnSpc>
              <a:buNone/>
            </a:pPr>
            <a:r>
              <a:rPr sz="1200">
                <a:solidFill>
                  <a:srgbClr val="8A94A8"/>
                </a:solidFill>
                <a:latin typeface="Arial"/>
                <a:ea typeface="Arial"/>
                <a:cs typeface="Arial"/>
              </a:rPr>
              <a:t>[What happens, who does it, and how long it takes.]</a:t>
            </a:r>
            <a:endParaRPr sz="1200"/>
          </a:p>
        </p:txBody>
      </p:sp>
      <p:sp>
        <p:nvSpPr>
          <p:cNvPr id="12" name="!!step2">
            <a:extLst xmlns:a="http://schemas.openxmlformats.org/drawingml/2006/main">
              <a:ext uri="{FF2B5EF4-FFF2-40B4-BE49-F238E27FC236}">
                <a16:creationId xmlns:a16="http://schemas.microsoft.com/office/drawing/2014/main" id="{89405D4E-3EE1-4FF0-A8FB-0D292A716CF3}"/>
              </a:ext>
            </a:extLst>
          </p:cNvPr>
          <p:cNvSpPr>
            <a:spLocks xmlns:a="http://schemas.openxmlformats.org/drawingml/2006/main" noGrp="1"/>
          </p:cNvSpPr>
          <p:nvPr/>
        </p:nvSpPr>
        <p:spPr>
          <a:xfrm xmlns:a="http://schemas.openxmlformats.org/drawingml/2006/main">
            <a:off x="3520440" y="2286000"/>
            <a:ext cx="2432304"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5400" b="1" spc="-200">
                <a:solidFill>
                  <a:srgbClr val="1F2735"/>
                </a:solidFill>
                <a:latin typeface="Arial"/>
                <a:ea typeface="Arial"/>
                <a:cs typeface="Arial"/>
              </a:rPr>
              <a:t>02</a:t>
            </a:r>
            <a:endParaRPr sz="5400"/>
          </a:p>
        </p:txBody>
      </p:sp>
      <p:sp>
        <p:nvSpPr>
          <p:cNvPr id="13" name="Text 10">
            <a:extLst xmlns:a="http://schemas.openxmlformats.org/drawingml/2006/main">
              <a:ext uri="{FF2B5EF4-FFF2-40B4-BE49-F238E27FC236}">
                <a16:creationId xmlns:a16="http://schemas.microsoft.com/office/drawing/2014/main" id="{D31BE8E0-8D18-478B-A0B8-04513390457F}"/>
              </a:ext>
            </a:extLst>
          </p:cNvPr>
          <p:cNvSpPr>
            <a:spLocks xmlns:a="http://schemas.openxmlformats.org/drawingml/2006/main" noGrp="1"/>
          </p:cNvSpPr>
          <p:nvPr/>
        </p:nvSpPr>
        <p:spPr>
          <a:xfrm xmlns:a="http://schemas.openxmlformats.org/drawingml/2006/main">
            <a:off x="3520440" y="3456432"/>
            <a:ext cx="2432304"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EEF2F8"/>
                </a:solidFill>
                <a:latin typeface="Arial"/>
                <a:ea typeface="Arial"/>
                <a:cs typeface="Arial"/>
              </a:rPr>
              <a:t>[Step two]</a:t>
            </a:r>
            <a:endParaRPr sz="1600"/>
          </a:p>
        </p:txBody>
      </p:sp>
      <p:sp>
        <p:nvSpPr>
          <p:cNvPr id="14" name="Text 11">
            <a:extLst xmlns:a="http://schemas.openxmlformats.org/drawingml/2006/main">
              <a:ext uri="{FF2B5EF4-FFF2-40B4-BE49-F238E27FC236}">
                <a16:creationId xmlns:a16="http://schemas.microsoft.com/office/drawing/2014/main" id="{98133F8F-3857-40AD-85A7-6D200DC62D9C}"/>
              </a:ext>
            </a:extLst>
          </p:cNvPr>
          <p:cNvSpPr>
            <a:spLocks xmlns:a="http://schemas.openxmlformats.org/drawingml/2006/main" noGrp="1"/>
          </p:cNvSpPr>
          <p:nvPr/>
        </p:nvSpPr>
        <p:spPr>
          <a:xfrm xmlns:a="http://schemas.openxmlformats.org/drawingml/2006/main">
            <a:off x="3520440" y="3840480"/>
            <a:ext cx="2432304"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700"/>
              </a:lnSpc>
              <a:buNone/>
            </a:pPr>
            <a:r>
              <a:rPr sz="1200">
                <a:solidFill>
                  <a:srgbClr val="8A94A8"/>
                </a:solidFill>
                <a:latin typeface="Arial"/>
                <a:ea typeface="Arial"/>
                <a:cs typeface="Arial"/>
              </a:rPr>
              <a:t>[What happens, who does it, and how long it takes.]</a:t>
            </a:r>
            <a:endParaRPr sz="1200"/>
          </a:p>
        </p:txBody>
      </p:sp>
      <p:sp>
        <p:nvSpPr>
          <p:cNvPr id="15" name="!!step3">
            <a:extLst xmlns:a="http://schemas.openxmlformats.org/drawingml/2006/main">
              <a:ext uri="{FF2B5EF4-FFF2-40B4-BE49-F238E27FC236}">
                <a16:creationId xmlns:a16="http://schemas.microsoft.com/office/drawing/2014/main" id="{38C68388-A34C-4905-99FC-C75C060E0DAD}"/>
              </a:ext>
            </a:extLst>
          </p:cNvPr>
          <p:cNvSpPr>
            <a:spLocks xmlns:a="http://schemas.openxmlformats.org/drawingml/2006/main" noGrp="1"/>
          </p:cNvSpPr>
          <p:nvPr/>
        </p:nvSpPr>
        <p:spPr>
          <a:xfrm xmlns:a="http://schemas.openxmlformats.org/drawingml/2006/main">
            <a:off x="6217920" y="2286000"/>
            <a:ext cx="2432304"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5400" b="1" spc="-200">
                <a:solidFill>
                  <a:srgbClr val="1F2735"/>
                </a:solidFill>
                <a:latin typeface="Arial"/>
                <a:ea typeface="Arial"/>
                <a:cs typeface="Arial"/>
              </a:rPr>
              <a:t>03</a:t>
            </a:r>
            <a:endParaRPr sz="5400"/>
          </a:p>
        </p:txBody>
      </p:sp>
      <p:sp>
        <p:nvSpPr>
          <p:cNvPr id="16" name="Text 13">
            <a:extLst xmlns:a="http://schemas.openxmlformats.org/drawingml/2006/main">
              <a:ext uri="{FF2B5EF4-FFF2-40B4-BE49-F238E27FC236}">
                <a16:creationId xmlns:a16="http://schemas.microsoft.com/office/drawing/2014/main" id="{53844360-9805-47A8-89C7-64C96B4EE118}"/>
              </a:ext>
            </a:extLst>
          </p:cNvPr>
          <p:cNvSpPr>
            <a:spLocks xmlns:a="http://schemas.openxmlformats.org/drawingml/2006/main" noGrp="1"/>
          </p:cNvSpPr>
          <p:nvPr/>
        </p:nvSpPr>
        <p:spPr>
          <a:xfrm xmlns:a="http://schemas.openxmlformats.org/drawingml/2006/main">
            <a:off x="6217920" y="3456432"/>
            <a:ext cx="2432304"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EEF2F8"/>
                </a:solidFill>
                <a:latin typeface="Arial"/>
                <a:ea typeface="Arial"/>
                <a:cs typeface="Arial"/>
              </a:rPr>
              <a:t>[Step three]</a:t>
            </a:r>
            <a:endParaRPr sz="1600"/>
          </a:p>
        </p:txBody>
      </p:sp>
      <p:sp>
        <p:nvSpPr>
          <p:cNvPr id="17" name="Text 14">
            <a:extLst xmlns:a="http://schemas.openxmlformats.org/drawingml/2006/main">
              <a:ext uri="{FF2B5EF4-FFF2-40B4-BE49-F238E27FC236}">
                <a16:creationId xmlns:a16="http://schemas.microsoft.com/office/drawing/2014/main" id="{2C84E244-1182-4170-A523-28DF65646350}"/>
              </a:ext>
            </a:extLst>
          </p:cNvPr>
          <p:cNvSpPr>
            <a:spLocks xmlns:a="http://schemas.openxmlformats.org/drawingml/2006/main" noGrp="1"/>
          </p:cNvSpPr>
          <p:nvPr/>
        </p:nvSpPr>
        <p:spPr>
          <a:xfrm xmlns:a="http://schemas.openxmlformats.org/drawingml/2006/main">
            <a:off x="6217920" y="3840480"/>
            <a:ext cx="2432304"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700"/>
              </a:lnSpc>
              <a:buNone/>
            </a:pPr>
            <a:r>
              <a:rPr sz="1200">
                <a:solidFill>
                  <a:srgbClr val="8A94A8"/>
                </a:solidFill>
                <a:latin typeface="Arial"/>
                <a:ea typeface="Arial"/>
                <a:cs typeface="Arial"/>
              </a:rPr>
              <a:t>[What happens, who does it, and how long it takes.]</a:t>
            </a:r>
            <a:endParaRPr sz="1200"/>
          </a:p>
        </p:txBody>
      </p:sp>
      <p:sp>
        <p:nvSpPr>
          <p:cNvPr id="18" name="!!step4">
            <a:extLst xmlns:a="http://schemas.openxmlformats.org/drawingml/2006/main">
              <a:ext uri="{FF2B5EF4-FFF2-40B4-BE49-F238E27FC236}">
                <a16:creationId xmlns:a16="http://schemas.microsoft.com/office/drawing/2014/main" id="{5FBF9E63-E96D-4D25-A8F0-C5181DBBEC44}"/>
              </a:ext>
            </a:extLst>
          </p:cNvPr>
          <p:cNvSpPr>
            <a:spLocks xmlns:a="http://schemas.openxmlformats.org/drawingml/2006/main" noGrp="1"/>
          </p:cNvSpPr>
          <p:nvPr/>
        </p:nvSpPr>
        <p:spPr>
          <a:xfrm xmlns:a="http://schemas.openxmlformats.org/drawingml/2006/main">
            <a:off x="8915400" y="2286000"/>
            <a:ext cx="2432304"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5400" b="1" spc="-200">
                <a:solidFill>
                  <a:srgbClr val="1F2735"/>
                </a:solidFill>
                <a:latin typeface="Arial"/>
                <a:ea typeface="Arial"/>
                <a:cs typeface="Arial"/>
              </a:rPr>
              <a:t>04</a:t>
            </a:r>
            <a:endParaRPr sz="5400"/>
          </a:p>
        </p:txBody>
      </p:sp>
      <p:sp>
        <p:nvSpPr>
          <p:cNvPr id="19" name="Text 16">
            <a:extLst xmlns:a="http://schemas.openxmlformats.org/drawingml/2006/main">
              <a:ext uri="{FF2B5EF4-FFF2-40B4-BE49-F238E27FC236}">
                <a16:creationId xmlns:a16="http://schemas.microsoft.com/office/drawing/2014/main" id="{CAAE191E-03B3-432D-A5F1-8B5AB5B1FC28}"/>
              </a:ext>
            </a:extLst>
          </p:cNvPr>
          <p:cNvSpPr>
            <a:spLocks xmlns:a="http://schemas.openxmlformats.org/drawingml/2006/main" noGrp="1"/>
          </p:cNvSpPr>
          <p:nvPr/>
        </p:nvSpPr>
        <p:spPr>
          <a:xfrm xmlns:a="http://schemas.openxmlformats.org/drawingml/2006/main">
            <a:off x="8915400" y="3456432"/>
            <a:ext cx="2432304"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EEF2F8"/>
                </a:solidFill>
                <a:latin typeface="Arial"/>
                <a:ea typeface="Arial"/>
                <a:cs typeface="Arial"/>
              </a:rPr>
              <a:t>[Step four]</a:t>
            </a:r>
            <a:endParaRPr sz="1600"/>
          </a:p>
        </p:txBody>
      </p:sp>
      <p:sp>
        <p:nvSpPr>
          <p:cNvPr id="20" name="Text 17">
            <a:extLst xmlns:a="http://schemas.openxmlformats.org/drawingml/2006/main">
              <a:ext uri="{FF2B5EF4-FFF2-40B4-BE49-F238E27FC236}">
                <a16:creationId xmlns:a16="http://schemas.microsoft.com/office/drawing/2014/main" id="{E6609B18-2918-451F-A754-7D6BE0EF5F6D}"/>
              </a:ext>
            </a:extLst>
          </p:cNvPr>
          <p:cNvSpPr>
            <a:spLocks xmlns:a="http://schemas.openxmlformats.org/drawingml/2006/main" noGrp="1"/>
          </p:cNvSpPr>
          <p:nvPr/>
        </p:nvSpPr>
        <p:spPr>
          <a:xfrm xmlns:a="http://schemas.openxmlformats.org/drawingml/2006/main">
            <a:off x="8915400" y="3840480"/>
            <a:ext cx="2432304"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700"/>
              </a:lnSpc>
              <a:buNone/>
            </a:pPr>
            <a:r>
              <a:rPr sz="1200">
                <a:solidFill>
                  <a:srgbClr val="8A94A8"/>
                </a:solidFill>
                <a:latin typeface="Arial"/>
                <a:ea typeface="Arial"/>
                <a:cs typeface="Arial"/>
              </a:rPr>
              <a:t>[What happens, who does it, and how long it takes.]</a:t>
            </a:r>
            <a:endParaRPr sz="1200"/>
          </a:p>
        </p:txBody>
      </p:sp>
    </p:spTree>
    <p:extLst>
      <p:ext uri="{BB962C8B-B14F-4D97-AF65-F5344CB8AC3E}">
        <p14:creationId xmlns:p14="http://schemas.microsoft.com/office/powerpoint/2010/main" val="187412510"/>
      </p:ext>
    </p:extLst>
  </p:cSld>
</p:sld>
</file>

<file path=ppt/slides/slide13.xml><?xml version="1.0" encoding="utf-8"?>
<p:sld xmlns:p="http://schemas.openxmlformats.org/presentationml/2006/main">
  <p:cSld>
    <p:bg>
      <p:bgPr>
        <a:blipFill xmlns:a="http://schemas.openxmlformats.org/drawingml/2006/main" rotWithShape="1">
          <a:blip xmlns:r="http://schemas.openxmlformats.org/officeDocument/2006/relationships" r:embed="R06924aad14284d20">
            <a:lum/>
          </a:blip>
          <a:srcRect l="0" t="0" r="0" b="0"/>
          <a:stretch>
            <a:fillRect l="0" t="0" r="0" b="0"/>
          </a:stretch>
        </a:blipFill>
      </p:bgPr>
    </p:bg>
    <p:spTree>
      <p:nvGrpSpPr>
        <p:cNvPr id="1" name=""/>
        <p:cNvGrpSpPr/>
        <p:nvPr/>
      </p:nvGrpSpPr>
      <p:grpSpPr>
        <a:xfrm xmlns:a="http://schemas.openxmlformats.org/drawingml/2006/main"/>
      </p:grpSpPr>
      <p:pic>
        <p:nvPicPr>
          <p:cNvPr id="26" name="!!orb"/>
          <p:cNvPicPr>
            <a:picLocks xmlns:a="http://schemas.openxmlformats.org/drawingml/2006/main" noChangeAspect="1"/>
          </p:cNvPicPr>
          <p:nvPr/>
        </p:nvPicPr>
        <p:blipFill>
          <a:blip xmlns:r="http://schemas.openxmlformats.org/officeDocument/2006/relationships" xmlns:a="http://schemas.openxmlformats.org/drawingml/2006/main" r:embed="R33e8f7c3976c46b7"/>
          <a:stretch xmlns:a="http://schemas.openxmlformats.org/drawingml/2006/main">
            <a:fillRect l="0" t="0" r="0" b="0"/>
          </a:stretch>
        </p:blipFill>
        <p:spPr>
          <a:xfrm xmlns:a="http://schemas.openxmlformats.org/drawingml/2006/main">
            <a:off x="8046720" y="-1280160"/>
            <a:ext cx="5486400" cy="5486400"/>
          </a:xfrm>
          <a:prstGeom xmlns:a="http://schemas.openxmlformats.org/drawingml/2006/main" prst="rect">
            <a:avLst/>
          </a:prstGeom>
        </p:spPr>
      </p:pic>
      <p:sp>
        <p:nvSpPr>
          <p:cNvPr id="3" name="track">
            <a:extLst xmlns:a="http://schemas.openxmlformats.org/drawingml/2006/main">
              <a:ext uri="{FF2B5EF4-FFF2-40B4-BE49-F238E27FC236}">
                <a16:creationId xmlns:a16="http://schemas.microsoft.com/office/drawing/2014/main" id="{F5C7E6C3-F43B-4E26-B704-8737112F506C}"/>
              </a:ext>
            </a:extLst>
          </p:cNvPr>
          <p:cNvSpPr>
            <a:spLocks xmlns:a="http://schemas.openxmlformats.org/drawingml/2006/main" noGrp="1"/>
          </p:cNvSpPr>
          <p:nvPr/>
        </p:nvSpPr>
        <p:spPr>
          <a:xfrm xmlns:a="http://schemas.openxmlformats.org/drawingml/2006/main">
            <a:off x="822960" y="6451092"/>
            <a:ext cx="10545775" cy="16459"/>
          </a:xfrm>
          <a:prstGeom xmlns:a="http://schemas.openxmlformats.org/drawingml/2006/main" prst="rect">
            <a:avLst/>
          </a:prstGeom>
          <a:solidFill xmlns:a="http://schemas.openxmlformats.org/drawingml/2006/main">
            <a:srgbClr val="242C3B"/>
          </a:solidFill>
          <a:ln xmlns:a="http://schemas.openxmlformats.org/drawingml/2006/main" w="12700">
            <a:solidFill>
              <a:srgbClr val="242C3B"/>
            </a:solidFill>
            <a:prstDash val="solid"/>
          </a:ln>
        </p:spPr>
      </p:sp>
      <p:sp>
        <p:nvSpPr>
          <p:cNvPr id="4" name="!!bar">
            <a:extLst xmlns:a="http://schemas.openxmlformats.org/drawingml/2006/main">
              <a:ext uri="{FF2B5EF4-FFF2-40B4-BE49-F238E27FC236}">
                <a16:creationId xmlns:a16="http://schemas.microsoft.com/office/drawing/2014/main" id="{C8A39A1D-C31B-4CFE-8FFD-B769EEF502A4}"/>
              </a:ext>
            </a:extLst>
          </p:cNvPr>
          <p:cNvSpPr>
            <a:spLocks xmlns:a="http://schemas.openxmlformats.org/drawingml/2006/main" noGrp="1"/>
          </p:cNvSpPr>
          <p:nvPr/>
        </p:nvSpPr>
        <p:spPr>
          <a:xfrm xmlns:a="http://schemas.openxmlformats.org/drawingml/2006/main">
            <a:off x="822960" y="6446520"/>
            <a:ext cx="6801981" cy="27432"/>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5" name="!!mark">
            <a:extLst xmlns:a="http://schemas.openxmlformats.org/drawingml/2006/main">
              <a:ext uri="{FF2B5EF4-FFF2-40B4-BE49-F238E27FC236}">
                <a16:creationId xmlns:a16="http://schemas.microsoft.com/office/drawing/2014/main" id="{CEB1ED6A-5562-4DDE-84FB-B2877CC851F1}"/>
              </a:ext>
            </a:extLst>
          </p:cNvPr>
          <p:cNvSpPr>
            <a:spLocks xmlns:a="http://schemas.openxmlformats.org/drawingml/2006/main" noGrp="1"/>
          </p:cNvSpPr>
          <p:nvPr/>
        </p:nvSpPr>
        <p:spPr>
          <a:xfrm xmlns:a="http://schemas.openxmlformats.org/drawingml/2006/main" rot="2700000">
            <a:off x="822960" y="548640"/>
            <a:ext cx="137160" cy="137160"/>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6" name="!!kicker">
            <a:extLst xmlns:a="http://schemas.openxmlformats.org/drawingml/2006/main">
              <a:ext uri="{FF2B5EF4-FFF2-40B4-BE49-F238E27FC236}">
                <a16:creationId xmlns:a16="http://schemas.microsoft.com/office/drawing/2014/main" id="{16D4BC4B-B93C-4ED0-BAE8-30B61058A852}"/>
              </a:ext>
            </a:extLst>
          </p:cNvPr>
          <p:cNvSpPr>
            <a:spLocks xmlns:a="http://schemas.openxmlformats.org/drawingml/2006/main" noGrp="1"/>
          </p:cNvSpPr>
          <p:nvPr/>
        </p:nvSpPr>
        <p:spPr>
          <a:xfrm xmlns:a="http://schemas.openxmlformats.org/drawingml/2006/main">
            <a:off x="1133856" y="457200"/>
            <a:ext cx="6400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spc="400">
                <a:solidFill>
                  <a:srgbClr val="8A94A8"/>
                </a:solidFill>
                <a:latin typeface="Arial"/>
                <a:ea typeface="Arial"/>
                <a:cs typeface="Arial"/>
              </a:rPr>
              <a:t>BEFORE AND AFTER</a:t>
            </a:r>
            <a:endParaRPr sz="900"/>
          </a:p>
        </p:txBody>
      </p:sp>
      <p:sp>
        <p:nvSpPr>
          <p:cNvPr id="7" name="pageno">
            <a:extLst xmlns:a="http://schemas.openxmlformats.org/drawingml/2006/main">
              <a:ext uri="{FF2B5EF4-FFF2-40B4-BE49-F238E27FC236}">
                <a16:creationId xmlns:a16="http://schemas.microsoft.com/office/drawing/2014/main" id="{B2D13A0B-10DD-4B1B-ABF9-C34084521260}"/>
              </a:ext>
            </a:extLst>
          </p:cNvPr>
          <p:cNvSpPr>
            <a:spLocks xmlns:a="http://schemas.openxmlformats.org/drawingml/2006/main" noGrp="1"/>
          </p:cNvSpPr>
          <p:nvPr/>
        </p:nvSpPr>
        <p:spPr>
          <a:xfrm xmlns:a="http://schemas.openxmlformats.org/drawingml/2006/main">
            <a:off x="9966960" y="457200"/>
            <a:ext cx="139903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spc="200">
                <a:solidFill>
                  <a:srgbClr val="8A94A8"/>
                </a:solidFill>
                <a:latin typeface="Arial"/>
                <a:ea typeface="Arial"/>
                <a:cs typeface="Arial"/>
              </a:rPr>
              <a:t>13 / 20</a:t>
            </a:r>
            <a:endParaRPr sz="900"/>
          </a:p>
        </p:txBody>
      </p:sp>
      <p:sp>
        <p:nvSpPr>
          <p:cNvPr id="8" name="Text 5">
            <a:extLst xmlns:a="http://schemas.openxmlformats.org/drawingml/2006/main">
              <a:ext uri="{FF2B5EF4-FFF2-40B4-BE49-F238E27FC236}">
                <a16:creationId xmlns:a16="http://schemas.microsoft.com/office/drawing/2014/main" id="{3B662058-C149-4D0D-9D98-2B9BBFC2E909}"/>
              </a:ext>
            </a:extLst>
          </p:cNvPr>
          <p:cNvSpPr>
            <a:spLocks xmlns:a="http://schemas.openxmlformats.org/drawingml/2006/main" noGrp="1"/>
          </p:cNvSpPr>
          <p:nvPr/>
        </p:nvSpPr>
        <p:spPr>
          <a:xfrm xmlns:a="http://schemas.openxmlformats.org/drawingml/2006/main">
            <a:off x="822960" y="1115568"/>
            <a:ext cx="777240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nSpc>
                <a:spcPts val="3078"/>
              </a:lnSpc>
              <a:buNone/>
            </a:pPr>
            <a:r>
              <a:rPr sz="2700" b="1">
                <a:solidFill>
                  <a:srgbClr val="EEF2F8"/>
                </a:solidFill>
                <a:latin typeface="Arial"/>
                <a:ea typeface="Arial"/>
                <a:cs typeface="Arial"/>
              </a:rPr>
              <a:t>What changes, precisely</a:t>
            </a:r>
            <a:endParaRPr sz="2700"/>
          </a:p>
        </p:txBody>
      </p:sp>
      <p:sp>
        <p:nvSpPr>
          <p:cNvPr id="9" name="!!panelTODAY">
            <a:extLst xmlns:a="http://schemas.openxmlformats.org/drawingml/2006/main">
              <a:ext uri="{FF2B5EF4-FFF2-40B4-BE49-F238E27FC236}">
                <a16:creationId xmlns:a16="http://schemas.microsoft.com/office/drawing/2014/main" id="{FDCA0E0B-10F4-4666-860F-7BBF6B7DDE5F}"/>
              </a:ext>
            </a:extLst>
          </p:cNvPr>
          <p:cNvSpPr>
            <a:spLocks xmlns:a="http://schemas.openxmlformats.org/drawingml/2006/main" noGrp="1"/>
          </p:cNvSpPr>
          <p:nvPr/>
        </p:nvSpPr>
        <p:spPr>
          <a:xfrm xmlns:a="http://schemas.openxmlformats.org/drawingml/2006/main">
            <a:off x="822960" y="2148840"/>
            <a:ext cx="4937760" cy="3703320"/>
          </a:xfrm>
          <a:prstGeom xmlns:a="http://schemas.openxmlformats.org/drawingml/2006/main" prst="roundRect">
            <a:avLst>
              <a:gd name="adj" fmla="val 2963"/>
            </a:avLst>
          </a:prstGeom>
          <a:solidFill xmlns:a="http://schemas.openxmlformats.org/drawingml/2006/main">
            <a:srgbClr val="151A24">
              <a:alpha val="88000"/>
            </a:srgbClr>
          </a:solidFill>
          <a:ln xmlns:a="http://schemas.openxmlformats.org/drawingml/2006/main" w="12700">
            <a:solidFill>
              <a:srgbClr val="242C3B"/>
            </a:solidFill>
            <a:prstDash val="solid"/>
          </a:ln>
        </p:spPr>
      </p:sp>
      <p:sp>
        <p:nvSpPr>
          <p:cNvPr id="10" name="Text 7">
            <a:extLst xmlns:a="http://schemas.openxmlformats.org/drawingml/2006/main">
              <a:ext uri="{FF2B5EF4-FFF2-40B4-BE49-F238E27FC236}">
                <a16:creationId xmlns:a16="http://schemas.microsoft.com/office/drawing/2014/main" id="{C6D906B9-8FB0-43A8-B449-964EA5567E83}"/>
              </a:ext>
            </a:extLst>
          </p:cNvPr>
          <p:cNvSpPr>
            <a:spLocks xmlns:a="http://schemas.openxmlformats.org/drawingml/2006/main" noGrp="1"/>
          </p:cNvSpPr>
          <p:nvPr/>
        </p:nvSpPr>
        <p:spPr>
          <a:xfrm xmlns:a="http://schemas.openxmlformats.org/drawingml/2006/main">
            <a:off x="1207008" y="2487168"/>
            <a:ext cx="29260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500">
                <a:solidFill>
                  <a:srgbClr val="8A94A8"/>
                </a:solidFill>
                <a:latin typeface="Arial"/>
                <a:ea typeface="Arial"/>
                <a:cs typeface="Arial"/>
              </a:rPr>
              <a:t>TODAY</a:t>
            </a:r>
            <a:endParaRPr sz="1000"/>
          </a:p>
        </p:txBody>
      </p:sp>
      <p:sp>
        <p:nvSpPr>
          <p:cNvPr id="11" name="Shape 8">
            <a:extLst xmlns:a="http://schemas.openxmlformats.org/drawingml/2006/main">
              <a:ext uri="{FF2B5EF4-FFF2-40B4-BE49-F238E27FC236}">
                <a16:creationId xmlns:a16="http://schemas.microsoft.com/office/drawing/2014/main" id="{6202C71F-A00A-4D36-985D-1E65C8C64638}"/>
              </a:ext>
            </a:extLst>
          </p:cNvPr>
          <p:cNvSpPr>
            <a:spLocks xmlns:a="http://schemas.openxmlformats.org/drawingml/2006/main" noGrp="1"/>
          </p:cNvSpPr>
          <p:nvPr/>
        </p:nvSpPr>
        <p:spPr>
          <a:xfrm xmlns:a="http://schemas.openxmlformats.org/drawingml/2006/main" rot="2700000">
            <a:off x="1207008" y="3255264"/>
            <a:ext cx="91440" cy="91440"/>
          </a:xfrm>
          <a:prstGeom xmlns:a="http://schemas.openxmlformats.org/drawingml/2006/main" prst="rect">
            <a:avLst/>
          </a:prstGeom>
          <a:solidFill xmlns:a="http://schemas.openxmlformats.org/drawingml/2006/main">
            <a:srgbClr val="3A455C"/>
          </a:solidFill>
          <a:ln xmlns:a="http://schemas.openxmlformats.org/drawingml/2006/main" w="12700">
            <a:solidFill>
              <a:srgbClr val="3A455C"/>
            </a:solidFill>
            <a:prstDash val="solid"/>
          </a:ln>
        </p:spPr>
      </p:sp>
      <p:sp>
        <p:nvSpPr>
          <p:cNvPr id="12" name="Text 9">
            <a:extLst xmlns:a="http://schemas.openxmlformats.org/drawingml/2006/main">
              <a:ext uri="{FF2B5EF4-FFF2-40B4-BE49-F238E27FC236}">
                <a16:creationId xmlns:a16="http://schemas.microsoft.com/office/drawing/2014/main" id="{956A5CBE-1B5B-4D57-8776-A48A48C3468E}"/>
              </a:ext>
            </a:extLst>
          </p:cNvPr>
          <p:cNvSpPr>
            <a:spLocks xmlns:a="http://schemas.openxmlformats.org/drawingml/2006/main" noGrp="1"/>
          </p:cNvSpPr>
          <p:nvPr/>
        </p:nvSpPr>
        <p:spPr>
          <a:xfrm xmlns:a="http://schemas.openxmlformats.org/drawingml/2006/main">
            <a:off x="1609344" y="3072384"/>
            <a:ext cx="37490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8A94A8"/>
                </a:solidFill>
                <a:latin typeface="Arial"/>
                <a:ea typeface="Arial"/>
                <a:cs typeface="Arial"/>
              </a:rPr>
              <a:t>[The constraint people feel now]</a:t>
            </a:r>
            <a:endParaRPr sz="1400"/>
          </a:p>
        </p:txBody>
      </p:sp>
      <p:sp>
        <p:nvSpPr>
          <p:cNvPr id="13" name="Shape 10">
            <a:extLst xmlns:a="http://schemas.openxmlformats.org/drawingml/2006/main">
              <a:ext uri="{FF2B5EF4-FFF2-40B4-BE49-F238E27FC236}">
                <a16:creationId xmlns:a16="http://schemas.microsoft.com/office/drawing/2014/main" id="{4DF38FAC-67DE-4DCD-9A62-DFEA6A8E863A}"/>
              </a:ext>
            </a:extLst>
          </p:cNvPr>
          <p:cNvSpPr>
            <a:spLocks xmlns:a="http://schemas.openxmlformats.org/drawingml/2006/main" noGrp="1"/>
          </p:cNvSpPr>
          <p:nvPr/>
        </p:nvSpPr>
        <p:spPr>
          <a:xfrm xmlns:a="http://schemas.openxmlformats.org/drawingml/2006/main" rot="2700000">
            <a:off x="1207008" y="4096512"/>
            <a:ext cx="91440" cy="91440"/>
          </a:xfrm>
          <a:prstGeom xmlns:a="http://schemas.openxmlformats.org/drawingml/2006/main" prst="rect">
            <a:avLst/>
          </a:prstGeom>
          <a:solidFill xmlns:a="http://schemas.openxmlformats.org/drawingml/2006/main">
            <a:srgbClr val="3A455C"/>
          </a:solidFill>
          <a:ln xmlns:a="http://schemas.openxmlformats.org/drawingml/2006/main" w="12700">
            <a:solidFill>
              <a:srgbClr val="3A455C"/>
            </a:solidFill>
            <a:prstDash val="solid"/>
          </a:ln>
        </p:spPr>
      </p:sp>
      <p:sp>
        <p:nvSpPr>
          <p:cNvPr id="14" name="Text 11">
            <a:extLst xmlns:a="http://schemas.openxmlformats.org/drawingml/2006/main">
              <a:ext uri="{FF2B5EF4-FFF2-40B4-BE49-F238E27FC236}">
                <a16:creationId xmlns:a16="http://schemas.microsoft.com/office/drawing/2014/main" id="{62D40980-BF07-4C63-BD5A-066232A2EAE2}"/>
              </a:ext>
            </a:extLst>
          </p:cNvPr>
          <p:cNvSpPr>
            <a:spLocks xmlns:a="http://schemas.openxmlformats.org/drawingml/2006/main" noGrp="1"/>
          </p:cNvSpPr>
          <p:nvPr/>
        </p:nvSpPr>
        <p:spPr>
          <a:xfrm xmlns:a="http://schemas.openxmlformats.org/drawingml/2006/main">
            <a:off x="1609344" y="3913632"/>
            <a:ext cx="37490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8A94A8"/>
                </a:solidFill>
                <a:latin typeface="Arial"/>
                <a:ea typeface="Arial"/>
                <a:cs typeface="Arial"/>
              </a:rPr>
              <a:t>[The cost of leaving it alone]</a:t>
            </a:r>
            <a:endParaRPr sz="1400"/>
          </a:p>
        </p:txBody>
      </p:sp>
      <p:sp>
        <p:nvSpPr>
          <p:cNvPr id="15" name="Shape 12">
            <a:extLst xmlns:a="http://schemas.openxmlformats.org/drawingml/2006/main">
              <a:ext uri="{FF2B5EF4-FFF2-40B4-BE49-F238E27FC236}">
                <a16:creationId xmlns:a16="http://schemas.microsoft.com/office/drawing/2014/main" id="{52D5C7F7-0512-4711-B15E-AEBC142A2DF8}"/>
              </a:ext>
            </a:extLst>
          </p:cNvPr>
          <p:cNvSpPr>
            <a:spLocks xmlns:a="http://schemas.openxmlformats.org/drawingml/2006/main" noGrp="1"/>
          </p:cNvSpPr>
          <p:nvPr/>
        </p:nvSpPr>
        <p:spPr>
          <a:xfrm xmlns:a="http://schemas.openxmlformats.org/drawingml/2006/main" rot="2700000">
            <a:off x="1207008" y="4937760"/>
            <a:ext cx="91440" cy="91440"/>
          </a:xfrm>
          <a:prstGeom xmlns:a="http://schemas.openxmlformats.org/drawingml/2006/main" prst="rect">
            <a:avLst/>
          </a:prstGeom>
          <a:solidFill xmlns:a="http://schemas.openxmlformats.org/drawingml/2006/main">
            <a:srgbClr val="3A455C"/>
          </a:solidFill>
          <a:ln xmlns:a="http://schemas.openxmlformats.org/drawingml/2006/main" w="12700">
            <a:solidFill>
              <a:srgbClr val="3A455C"/>
            </a:solidFill>
            <a:prstDash val="solid"/>
          </a:ln>
        </p:spPr>
      </p:sp>
      <p:sp>
        <p:nvSpPr>
          <p:cNvPr id="16" name="Text 13">
            <a:extLst xmlns:a="http://schemas.openxmlformats.org/drawingml/2006/main">
              <a:ext uri="{FF2B5EF4-FFF2-40B4-BE49-F238E27FC236}">
                <a16:creationId xmlns:a16="http://schemas.microsoft.com/office/drawing/2014/main" id="{08907697-48C6-4FD7-BC2D-E7A41CC2CD91}"/>
              </a:ext>
            </a:extLst>
          </p:cNvPr>
          <p:cNvSpPr>
            <a:spLocks xmlns:a="http://schemas.openxmlformats.org/drawingml/2006/main" noGrp="1"/>
          </p:cNvSpPr>
          <p:nvPr/>
        </p:nvSpPr>
        <p:spPr>
          <a:xfrm xmlns:a="http://schemas.openxmlformats.org/drawingml/2006/main">
            <a:off x="1609344" y="4754880"/>
            <a:ext cx="37490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8A94A8"/>
                </a:solidFill>
                <a:latin typeface="Arial"/>
                <a:ea typeface="Arial"/>
                <a:cs typeface="Arial"/>
              </a:rPr>
              <a:t>[Who carries that cost]</a:t>
            </a:r>
            <a:endParaRPr sz="1400"/>
          </a:p>
        </p:txBody>
      </p:sp>
      <p:sp>
        <p:nvSpPr>
          <p:cNvPr id="17" name="!!panelAFTER">
            <a:extLst xmlns:a="http://schemas.openxmlformats.org/drawingml/2006/main">
              <a:ext uri="{FF2B5EF4-FFF2-40B4-BE49-F238E27FC236}">
                <a16:creationId xmlns:a16="http://schemas.microsoft.com/office/drawing/2014/main" id="{3D2F11B7-13FF-4086-9E8C-BDD55FCE4150}"/>
              </a:ext>
            </a:extLst>
          </p:cNvPr>
          <p:cNvSpPr>
            <a:spLocks xmlns:a="http://schemas.openxmlformats.org/drawingml/2006/main" noGrp="1"/>
          </p:cNvSpPr>
          <p:nvPr/>
        </p:nvSpPr>
        <p:spPr>
          <a:xfrm xmlns:a="http://schemas.openxmlformats.org/drawingml/2006/main">
            <a:off x="6428232" y="2148840"/>
            <a:ext cx="4937760" cy="3703320"/>
          </a:xfrm>
          <a:prstGeom xmlns:a="http://schemas.openxmlformats.org/drawingml/2006/main" prst="roundRect">
            <a:avLst>
              <a:gd name="adj" fmla="val 2963"/>
            </a:avLst>
          </a:prstGeom>
          <a:solidFill xmlns:a="http://schemas.openxmlformats.org/drawingml/2006/main">
            <a:srgbClr val="151A24">
              <a:alpha val="88000"/>
            </a:srgbClr>
          </a:solidFill>
          <a:ln xmlns:a="http://schemas.openxmlformats.org/drawingml/2006/main" w="12700">
            <a:solidFill>
              <a:srgbClr val="FF6B35"/>
            </a:solidFill>
            <a:prstDash val="solid"/>
          </a:ln>
        </p:spPr>
      </p:sp>
      <p:sp>
        <p:nvSpPr>
          <p:cNvPr id="18" name="Text 15">
            <a:extLst xmlns:a="http://schemas.openxmlformats.org/drawingml/2006/main">
              <a:ext uri="{FF2B5EF4-FFF2-40B4-BE49-F238E27FC236}">
                <a16:creationId xmlns:a16="http://schemas.microsoft.com/office/drawing/2014/main" id="{BAD4DD2E-5E7A-4853-993F-80FA884F3287}"/>
              </a:ext>
            </a:extLst>
          </p:cNvPr>
          <p:cNvSpPr>
            <a:spLocks xmlns:a="http://schemas.openxmlformats.org/drawingml/2006/main" noGrp="1"/>
          </p:cNvSpPr>
          <p:nvPr/>
        </p:nvSpPr>
        <p:spPr>
          <a:xfrm xmlns:a="http://schemas.openxmlformats.org/drawingml/2006/main">
            <a:off x="6812280" y="2487168"/>
            <a:ext cx="29260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500">
                <a:solidFill>
                  <a:srgbClr val="FF6B35"/>
                </a:solidFill>
                <a:latin typeface="Arial"/>
                <a:ea typeface="Arial"/>
                <a:cs typeface="Arial"/>
              </a:rPr>
              <a:t>AFTER</a:t>
            </a:r>
            <a:endParaRPr sz="1000"/>
          </a:p>
        </p:txBody>
      </p:sp>
      <p:sp>
        <p:nvSpPr>
          <p:cNvPr id="19" name="Shape 16">
            <a:extLst xmlns:a="http://schemas.openxmlformats.org/drawingml/2006/main">
              <a:ext uri="{FF2B5EF4-FFF2-40B4-BE49-F238E27FC236}">
                <a16:creationId xmlns:a16="http://schemas.microsoft.com/office/drawing/2014/main" id="{F1BF0F9F-72EE-4187-916E-1A4242705892}"/>
              </a:ext>
            </a:extLst>
          </p:cNvPr>
          <p:cNvSpPr>
            <a:spLocks xmlns:a="http://schemas.openxmlformats.org/drawingml/2006/main" noGrp="1"/>
          </p:cNvSpPr>
          <p:nvPr/>
        </p:nvSpPr>
        <p:spPr>
          <a:xfrm xmlns:a="http://schemas.openxmlformats.org/drawingml/2006/main" rot="2700000">
            <a:off x="6812280" y="3255264"/>
            <a:ext cx="91440" cy="91440"/>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20" name="Text 17">
            <a:extLst xmlns:a="http://schemas.openxmlformats.org/drawingml/2006/main">
              <a:ext uri="{FF2B5EF4-FFF2-40B4-BE49-F238E27FC236}">
                <a16:creationId xmlns:a16="http://schemas.microsoft.com/office/drawing/2014/main" id="{43992384-517B-4B07-A83B-EC665B52497D}"/>
              </a:ext>
            </a:extLst>
          </p:cNvPr>
          <p:cNvSpPr>
            <a:spLocks xmlns:a="http://schemas.openxmlformats.org/drawingml/2006/main" noGrp="1"/>
          </p:cNvSpPr>
          <p:nvPr/>
        </p:nvSpPr>
        <p:spPr>
          <a:xfrm xmlns:a="http://schemas.openxmlformats.org/drawingml/2006/main">
            <a:off x="7214616" y="3072384"/>
            <a:ext cx="37490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EEF2F8"/>
                </a:solidFill>
                <a:latin typeface="Arial"/>
                <a:ea typeface="Arial"/>
                <a:cs typeface="Arial"/>
              </a:rPr>
              <a:t>[What replaces it]</a:t>
            </a:r>
            <a:endParaRPr sz="1400"/>
          </a:p>
        </p:txBody>
      </p:sp>
      <p:sp>
        <p:nvSpPr>
          <p:cNvPr id="21" name="Shape 18">
            <a:extLst xmlns:a="http://schemas.openxmlformats.org/drawingml/2006/main">
              <a:ext uri="{FF2B5EF4-FFF2-40B4-BE49-F238E27FC236}">
                <a16:creationId xmlns:a16="http://schemas.microsoft.com/office/drawing/2014/main" id="{3C2F338E-84F4-4069-8AFE-DE851B02E408}"/>
              </a:ext>
            </a:extLst>
          </p:cNvPr>
          <p:cNvSpPr>
            <a:spLocks xmlns:a="http://schemas.openxmlformats.org/drawingml/2006/main" noGrp="1"/>
          </p:cNvSpPr>
          <p:nvPr/>
        </p:nvSpPr>
        <p:spPr>
          <a:xfrm xmlns:a="http://schemas.openxmlformats.org/drawingml/2006/main" rot="2700000">
            <a:off x="6812280" y="4096512"/>
            <a:ext cx="91440" cy="91440"/>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22" name="Text 19">
            <a:extLst xmlns:a="http://schemas.openxmlformats.org/drawingml/2006/main">
              <a:ext uri="{FF2B5EF4-FFF2-40B4-BE49-F238E27FC236}">
                <a16:creationId xmlns:a16="http://schemas.microsoft.com/office/drawing/2014/main" id="{015C9CDA-CCA1-497F-9E9E-543801CDFF8D}"/>
              </a:ext>
            </a:extLst>
          </p:cNvPr>
          <p:cNvSpPr>
            <a:spLocks xmlns:a="http://schemas.openxmlformats.org/drawingml/2006/main" noGrp="1"/>
          </p:cNvSpPr>
          <p:nvPr/>
        </p:nvSpPr>
        <p:spPr>
          <a:xfrm xmlns:a="http://schemas.openxmlformats.org/drawingml/2006/main">
            <a:off x="7214616" y="3913632"/>
            <a:ext cx="37490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EEF2F8"/>
                </a:solidFill>
                <a:latin typeface="Arial"/>
                <a:ea typeface="Arial"/>
                <a:cs typeface="Arial"/>
              </a:rPr>
              <a:t>[The saving or the gain]</a:t>
            </a:r>
            <a:endParaRPr sz="1400"/>
          </a:p>
        </p:txBody>
      </p:sp>
      <p:sp>
        <p:nvSpPr>
          <p:cNvPr id="23" name="Shape 20">
            <a:extLst xmlns:a="http://schemas.openxmlformats.org/drawingml/2006/main">
              <a:ext uri="{FF2B5EF4-FFF2-40B4-BE49-F238E27FC236}">
                <a16:creationId xmlns:a16="http://schemas.microsoft.com/office/drawing/2014/main" id="{52B31602-3BF6-4DC0-8707-B0B77DA4B91C}"/>
              </a:ext>
            </a:extLst>
          </p:cNvPr>
          <p:cNvSpPr>
            <a:spLocks xmlns:a="http://schemas.openxmlformats.org/drawingml/2006/main" noGrp="1"/>
          </p:cNvSpPr>
          <p:nvPr/>
        </p:nvSpPr>
        <p:spPr>
          <a:xfrm xmlns:a="http://schemas.openxmlformats.org/drawingml/2006/main" rot="2700000">
            <a:off x="6812280" y="4937760"/>
            <a:ext cx="91440" cy="91440"/>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24" name="Text 21">
            <a:extLst xmlns:a="http://schemas.openxmlformats.org/drawingml/2006/main">
              <a:ext uri="{FF2B5EF4-FFF2-40B4-BE49-F238E27FC236}">
                <a16:creationId xmlns:a16="http://schemas.microsoft.com/office/drawing/2014/main" id="{218CF745-280C-4AB3-88E6-0F49BEFEF038}"/>
              </a:ext>
            </a:extLst>
          </p:cNvPr>
          <p:cNvSpPr>
            <a:spLocks xmlns:a="http://schemas.openxmlformats.org/drawingml/2006/main" noGrp="1"/>
          </p:cNvSpPr>
          <p:nvPr/>
        </p:nvSpPr>
        <p:spPr>
          <a:xfrm xmlns:a="http://schemas.openxmlformats.org/drawingml/2006/main">
            <a:off x="7214616" y="4754880"/>
            <a:ext cx="37490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EEF2F8"/>
                </a:solidFill>
                <a:latin typeface="Arial"/>
                <a:ea typeface="Arial"/>
                <a:cs typeface="Arial"/>
              </a:rPr>
              <a:t>[Who benefits first]</a:t>
            </a:r>
            <a:endParaRPr sz="1400"/>
          </a:p>
        </p:txBody>
      </p:sp>
    </p:spTree>
    <p:extLst>
      <p:ext uri="{BB962C8B-B14F-4D97-AF65-F5344CB8AC3E}">
        <p14:creationId xmlns:p14="http://schemas.microsoft.com/office/powerpoint/2010/main" val="2086147213"/>
      </p:ext>
    </p:extLst>
  </p:cSld>
</p:sld>
</file>

<file path=ppt/slides/slide14.xml><?xml version="1.0" encoding="utf-8"?>
<p:sld xmlns:p="http://schemas.openxmlformats.org/presentationml/2006/main">
  <p:cSld>
    <p:bg>
      <p:bgPr>
        <a:blipFill xmlns:a="http://schemas.openxmlformats.org/drawingml/2006/main" rotWithShape="1">
          <a:blip xmlns:r="http://schemas.openxmlformats.org/officeDocument/2006/relationships" r:embed="R482f93d327f44439">
            <a:lum/>
          </a:blip>
          <a:srcRect l="0" t="0" r="0" b="0"/>
          <a:stretch>
            <a:fillRect l="0" t="0" r="0" b="0"/>
          </a:stretch>
        </a:blipFill>
      </p:bgPr>
    </p:bg>
    <p:spTree>
      <p:nvGrpSpPr>
        <p:cNvPr id="1" name=""/>
        <p:cNvGrpSpPr/>
        <p:nvPr/>
      </p:nvGrpSpPr>
      <p:grpSpPr>
        <a:xfrm xmlns:a="http://schemas.openxmlformats.org/drawingml/2006/main"/>
      </p:grpSpPr>
      <p:pic>
        <p:nvPicPr>
          <p:cNvPr id="24" name="!!orb"/>
          <p:cNvPicPr>
            <a:picLocks xmlns:a="http://schemas.openxmlformats.org/drawingml/2006/main" noChangeAspect="1"/>
          </p:cNvPicPr>
          <p:nvPr/>
        </p:nvPicPr>
        <p:blipFill>
          <a:blip xmlns:r="http://schemas.openxmlformats.org/officeDocument/2006/relationships" xmlns:a="http://schemas.openxmlformats.org/drawingml/2006/main" r:embed="Rb3e2978a055c4fec"/>
          <a:stretch xmlns:a="http://schemas.openxmlformats.org/drawingml/2006/main">
            <a:fillRect l="0" t="0" r="0" b="0"/>
          </a:stretch>
        </p:blipFill>
        <p:spPr>
          <a:xfrm xmlns:a="http://schemas.openxmlformats.org/drawingml/2006/main">
            <a:off x="-1645920" y="-1097280"/>
            <a:ext cx="4937760" cy="4937760"/>
          </a:xfrm>
          <a:prstGeom xmlns:a="http://schemas.openxmlformats.org/drawingml/2006/main" prst="rect">
            <a:avLst/>
          </a:prstGeom>
        </p:spPr>
      </p:pic>
      <p:sp>
        <p:nvSpPr>
          <p:cNvPr id="3" name="track">
            <a:extLst xmlns:a="http://schemas.openxmlformats.org/drawingml/2006/main">
              <a:ext uri="{FF2B5EF4-FFF2-40B4-BE49-F238E27FC236}">
                <a16:creationId xmlns:a16="http://schemas.microsoft.com/office/drawing/2014/main" id="{22212FB4-1CDD-4502-ADB2-3A1A9A74AC10}"/>
              </a:ext>
            </a:extLst>
          </p:cNvPr>
          <p:cNvSpPr>
            <a:spLocks xmlns:a="http://schemas.openxmlformats.org/drawingml/2006/main" noGrp="1"/>
          </p:cNvSpPr>
          <p:nvPr/>
        </p:nvSpPr>
        <p:spPr>
          <a:xfrm xmlns:a="http://schemas.openxmlformats.org/drawingml/2006/main">
            <a:off x="822960" y="6451092"/>
            <a:ext cx="10545775" cy="16459"/>
          </a:xfrm>
          <a:prstGeom xmlns:a="http://schemas.openxmlformats.org/drawingml/2006/main" prst="rect">
            <a:avLst/>
          </a:prstGeom>
          <a:solidFill xmlns:a="http://schemas.openxmlformats.org/drawingml/2006/main">
            <a:srgbClr val="242C3B"/>
          </a:solidFill>
          <a:ln xmlns:a="http://schemas.openxmlformats.org/drawingml/2006/main" w="12700">
            <a:solidFill>
              <a:srgbClr val="242C3B"/>
            </a:solidFill>
            <a:prstDash val="solid"/>
          </a:ln>
        </p:spPr>
      </p:sp>
      <p:sp>
        <p:nvSpPr>
          <p:cNvPr id="4" name="!!bar">
            <a:extLst xmlns:a="http://schemas.openxmlformats.org/drawingml/2006/main">
              <a:ext uri="{FF2B5EF4-FFF2-40B4-BE49-F238E27FC236}">
                <a16:creationId xmlns:a16="http://schemas.microsoft.com/office/drawing/2014/main" id="{FF543BBC-BD4E-46CD-AA95-792A7E1E88DD}"/>
              </a:ext>
            </a:extLst>
          </p:cNvPr>
          <p:cNvSpPr>
            <a:spLocks xmlns:a="http://schemas.openxmlformats.org/drawingml/2006/main" noGrp="1"/>
          </p:cNvSpPr>
          <p:nvPr/>
        </p:nvSpPr>
        <p:spPr>
          <a:xfrm xmlns:a="http://schemas.openxmlformats.org/drawingml/2006/main">
            <a:off x="822960" y="6446520"/>
            <a:ext cx="7336809" cy="27432"/>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5" name="!!mark">
            <a:extLst xmlns:a="http://schemas.openxmlformats.org/drawingml/2006/main">
              <a:ext uri="{FF2B5EF4-FFF2-40B4-BE49-F238E27FC236}">
                <a16:creationId xmlns:a16="http://schemas.microsoft.com/office/drawing/2014/main" id="{DED7E457-B060-4154-949A-EC1C065EBA2C}"/>
              </a:ext>
            </a:extLst>
          </p:cNvPr>
          <p:cNvSpPr>
            <a:spLocks xmlns:a="http://schemas.openxmlformats.org/drawingml/2006/main" noGrp="1"/>
          </p:cNvSpPr>
          <p:nvPr/>
        </p:nvSpPr>
        <p:spPr>
          <a:xfrm xmlns:a="http://schemas.openxmlformats.org/drawingml/2006/main" rot="2700000">
            <a:off x="822960" y="548640"/>
            <a:ext cx="137160" cy="137160"/>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6" name="!!kicker">
            <a:extLst xmlns:a="http://schemas.openxmlformats.org/drawingml/2006/main">
              <a:ext uri="{FF2B5EF4-FFF2-40B4-BE49-F238E27FC236}">
                <a16:creationId xmlns:a16="http://schemas.microsoft.com/office/drawing/2014/main" id="{262CC0A5-7FB2-4F01-B996-B0AC582386F0}"/>
              </a:ext>
            </a:extLst>
          </p:cNvPr>
          <p:cNvSpPr>
            <a:spLocks xmlns:a="http://schemas.openxmlformats.org/drawingml/2006/main" noGrp="1"/>
          </p:cNvSpPr>
          <p:nvPr/>
        </p:nvSpPr>
        <p:spPr>
          <a:xfrm xmlns:a="http://schemas.openxmlformats.org/drawingml/2006/main">
            <a:off x="1133856" y="457200"/>
            <a:ext cx="6400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spc="400">
                <a:solidFill>
                  <a:srgbClr val="8A94A8"/>
                </a:solidFill>
                <a:latin typeface="Arial"/>
                <a:ea typeface="Arial"/>
                <a:cs typeface="Arial"/>
              </a:rPr>
              <a:t>AT A GLANCE</a:t>
            </a:r>
            <a:endParaRPr sz="900"/>
          </a:p>
        </p:txBody>
      </p:sp>
      <p:sp>
        <p:nvSpPr>
          <p:cNvPr id="7" name="pageno">
            <a:extLst xmlns:a="http://schemas.openxmlformats.org/drawingml/2006/main">
              <a:ext uri="{FF2B5EF4-FFF2-40B4-BE49-F238E27FC236}">
                <a16:creationId xmlns:a16="http://schemas.microsoft.com/office/drawing/2014/main" id="{2D4BB301-6408-4374-921A-DEEEB52189F4}"/>
              </a:ext>
            </a:extLst>
          </p:cNvPr>
          <p:cNvSpPr>
            <a:spLocks xmlns:a="http://schemas.openxmlformats.org/drawingml/2006/main" noGrp="1"/>
          </p:cNvSpPr>
          <p:nvPr/>
        </p:nvSpPr>
        <p:spPr>
          <a:xfrm xmlns:a="http://schemas.openxmlformats.org/drawingml/2006/main">
            <a:off x="9966960" y="457200"/>
            <a:ext cx="139903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spc="200">
                <a:solidFill>
                  <a:srgbClr val="8A94A8"/>
                </a:solidFill>
                <a:latin typeface="Arial"/>
                <a:ea typeface="Arial"/>
                <a:cs typeface="Arial"/>
              </a:rPr>
              <a:t>14 / 20</a:t>
            </a:r>
            <a:endParaRPr sz="900"/>
          </a:p>
        </p:txBody>
      </p:sp>
      <p:sp>
        <p:nvSpPr>
          <p:cNvPr id="8" name="Text 5">
            <a:extLst xmlns:a="http://schemas.openxmlformats.org/drawingml/2006/main">
              <a:ext uri="{FF2B5EF4-FFF2-40B4-BE49-F238E27FC236}">
                <a16:creationId xmlns:a16="http://schemas.microsoft.com/office/drawing/2014/main" id="{EE534495-EF92-4B17-9643-E4C1FD1495EE}"/>
              </a:ext>
            </a:extLst>
          </p:cNvPr>
          <p:cNvSpPr>
            <a:spLocks xmlns:a="http://schemas.openxmlformats.org/drawingml/2006/main" noGrp="1"/>
          </p:cNvSpPr>
          <p:nvPr/>
        </p:nvSpPr>
        <p:spPr>
          <a:xfrm xmlns:a="http://schemas.openxmlformats.org/drawingml/2006/main">
            <a:off x="822960" y="1042416"/>
            <a:ext cx="640080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nSpc>
                <a:spcPts val="2964"/>
              </a:lnSpc>
              <a:buNone/>
            </a:pPr>
            <a:r>
              <a:rPr sz="2600" b="1">
                <a:solidFill>
                  <a:srgbClr val="EEF2F8"/>
                </a:solidFill>
                <a:latin typeface="Arial"/>
                <a:ea typeface="Arial"/>
                <a:cs typeface="Arial"/>
              </a:rPr>
              <a:t>The whole picture</a:t>
            </a:r>
            <a:endParaRPr sz="2600"/>
          </a:p>
        </p:txBody>
      </p:sp>
      <p:sp>
        <p:nvSpPr>
          <p:cNvPr id="9" name="!!num">
            <a:extLst xmlns:a="http://schemas.openxmlformats.org/drawingml/2006/main">
              <a:ext uri="{FF2B5EF4-FFF2-40B4-BE49-F238E27FC236}">
                <a16:creationId xmlns:a16="http://schemas.microsoft.com/office/drawing/2014/main" id="{6D3960B5-3D75-4FC3-9C1E-A17ADA2983D1}"/>
              </a:ext>
            </a:extLst>
          </p:cNvPr>
          <p:cNvSpPr>
            <a:spLocks xmlns:a="http://schemas.openxmlformats.org/drawingml/2006/main" noGrp="1"/>
          </p:cNvSpPr>
          <p:nvPr/>
        </p:nvSpPr>
        <p:spPr>
          <a:xfrm xmlns:a="http://schemas.openxmlformats.org/drawingml/2006/main">
            <a:off x="10607040" y="1060704"/>
            <a:ext cx="758952"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2000" b="1">
                <a:solidFill>
                  <a:srgbClr val="FF6B35"/>
                </a:solidFill>
                <a:latin typeface="Arial"/>
                <a:ea typeface="Arial"/>
                <a:cs typeface="Arial"/>
              </a:rPr>
              <a:t>03</a:t>
            </a:r>
            <a:endParaRPr sz="2000"/>
          </a:p>
        </p:txBody>
      </p:sp>
      <p:pic>
        <p:nvPicPr>
          <p:cNvPr id="32" name="!!art"/>
          <p:cNvPicPr>
            <a:picLocks xmlns:a="http://schemas.openxmlformats.org/drawingml/2006/main" noChangeAspect="1"/>
          </p:cNvPicPr>
          <p:nvPr/>
        </p:nvPicPr>
        <p:blipFill>
          <a:blip xmlns:r="http://schemas.openxmlformats.org/officeDocument/2006/relationships" xmlns:a="http://schemas.openxmlformats.org/drawingml/2006/main" r:embed="R30d3babcbb6649d1"/>
          <a:srcRect xmlns:a="http://schemas.openxmlformats.org/drawingml/2006/main" l="0" t="0" r="0" b="0"/>
          <a:stretch xmlns:a="http://schemas.openxmlformats.org/drawingml/2006/main"/>
        </p:blipFill>
        <p:spPr>
          <a:xfrm xmlns:a="http://schemas.openxmlformats.org/drawingml/2006/main">
            <a:off x="822960" y="1691640"/>
            <a:ext cx="5120640" cy="4297680"/>
          </a:xfrm>
          <a:prstGeom xmlns:a="http://schemas.openxmlformats.org/drawingml/2006/main" prst="rect">
            <a:avLst/>
          </a:prstGeom>
        </p:spPr>
      </p:pic>
      <p:sp>
        <p:nvSpPr>
          <p:cNvPr id="11" name="Text 7">
            <a:extLst xmlns:a="http://schemas.openxmlformats.org/drawingml/2006/main">
              <a:ext uri="{FF2B5EF4-FFF2-40B4-BE49-F238E27FC236}">
                <a16:creationId xmlns:a16="http://schemas.microsoft.com/office/drawing/2014/main" id="{83FB9A75-1DA4-49CA-88C7-6CC10F5999C2}"/>
              </a:ext>
            </a:extLst>
          </p:cNvPr>
          <p:cNvSpPr>
            <a:spLocks xmlns:a="http://schemas.openxmlformats.org/drawingml/2006/main" noGrp="1"/>
          </p:cNvSpPr>
          <p:nvPr/>
        </p:nvSpPr>
        <p:spPr>
          <a:xfrm xmlns:a="http://schemas.openxmlformats.org/drawingml/2006/main">
            <a:off x="1133856" y="5358384"/>
            <a:ext cx="44805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EEF2F8"/>
                </a:solidFill>
                <a:latin typeface="Arial"/>
                <a:ea typeface="Arial"/>
                <a:cs typeface="Arial"/>
              </a:rPr>
              <a:t>[Caption for the visual]</a:t>
            </a:r>
            <a:endParaRPr sz="1200"/>
          </a:p>
        </p:txBody>
      </p:sp>
      <p:sp>
        <p:nvSpPr>
          <p:cNvPr id="12" name="!!tileA">
            <a:extLst xmlns:a="http://schemas.openxmlformats.org/drawingml/2006/main">
              <a:ext uri="{FF2B5EF4-FFF2-40B4-BE49-F238E27FC236}">
                <a16:creationId xmlns:a16="http://schemas.microsoft.com/office/drawing/2014/main" id="{3EA02EC6-5E80-4CE2-8A29-E50DC3330540}"/>
              </a:ext>
            </a:extLst>
          </p:cNvPr>
          <p:cNvSpPr>
            <a:spLocks xmlns:a="http://schemas.openxmlformats.org/drawingml/2006/main" noGrp="1"/>
          </p:cNvSpPr>
          <p:nvPr/>
        </p:nvSpPr>
        <p:spPr>
          <a:xfrm xmlns:a="http://schemas.openxmlformats.org/drawingml/2006/main">
            <a:off x="6172200" y="1691640"/>
            <a:ext cx="5193792" cy="1965960"/>
          </a:xfrm>
          <a:prstGeom xmlns:a="http://schemas.openxmlformats.org/drawingml/2006/main" prst="roundRect">
            <a:avLst>
              <a:gd name="adj" fmla="val 5581"/>
            </a:avLst>
          </a:prstGeom>
          <a:solidFill xmlns:a="http://schemas.openxmlformats.org/drawingml/2006/main">
            <a:srgbClr val="151A24">
              <a:alpha val="88000"/>
            </a:srgbClr>
          </a:solidFill>
          <a:ln xmlns:a="http://schemas.openxmlformats.org/drawingml/2006/main" w="12700">
            <a:solidFill>
              <a:srgbClr val="242C3B"/>
            </a:solidFill>
            <a:prstDash val="solid"/>
          </a:ln>
        </p:spPr>
      </p:sp>
      <p:sp>
        <p:nvSpPr>
          <p:cNvPr id="13" name="Text 9">
            <a:extLst xmlns:a="http://schemas.openxmlformats.org/drawingml/2006/main">
              <a:ext uri="{FF2B5EF4-FFF2-40B4-BE49-F238E27FC236}">
                <a16:creationId xmlns:a16="http://schemas.microsoft.com/office/drawing/2014/main" id="{73D07293-88B9-4EBF-A68F-05FBD0DE74CC}"/>
              </a:ext>
            </a:extLst>
          </p:cNvPr>
          <p:cNvSpPr>
            <a:spLocks xmlns:a="http://schemas.openxmlformats.org/drawingml/2006/main" noGrp="1"/>
          </p:cNvSpPr>
          <p:nvPr/>
        </p:nvSpPr>
        <p:spPr>
          <a:xfrm xmlns:a="http://schemas.openxmlformats.org/drawingml/2006/main">
            <a:off x="6556248" y="1901952"/>
            <a:ext cx="201168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200" b="1">
                <a:solidFill>
                  <a:srgbClr val="FF6B35"/>
                </a:solidFill>
                <a:latin typeface="Arial"/>
                <a:ea typeface="Arial"/>
                <a:cs typeface="Arial"/>
              </a:rPr>
              <a:t>[00]</a:t>
            </a:r>
            <a:endParaRPr sz="4200"/>
          </a:p>
        </p:txBody>
      </p:sp>
      <p:sp>
        <p:nvSpPr>
          <p:cNvPr id="14" name="Text 10">
            <a:extLst xmlns:a="http://schemas.openxmlformats.org/drawingml/2006/main">
              <a:ext uri="{FF2B5EF4-FFF2-40B4-BE49-F238E27FC236}">
                <a16:creationId xmlns:a16="http://schemas.microsoft.com/office/drawing/2014/main" id="{2F5A7462-FFD3-414A-89EA-0358C3A1450E}"/>
              </a:ext>
            </a:extLst>
          </p:cNvPr>
          <p:cNvSpPr>
            <a:spLocks xmlns:a="http://schemas.openxmlformats.org/drawingml/2006/main" noGrp="1"/>
          </p:cNvSpPr>
          <p:nvPr/>
        </p:nvSpPr>
        <p:spPr>
          <a:xfrm xmlns:a="http://schemas.openxmlformats.org/drawingml/2006/main">
            <a:off x="6556248" y="2761488"/>
            <a:ext cx="4425696"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EEF2F8"/>
                </a:solidFill>
                <a:latin typeface="Arial"/>
                <a:ea typeface="Arial"/>
                <a:cs typeface="Arial"/>
              </a:rPr>
              <a:t>[Headline figure]</a:t>
            </a:r>
            <a:endParaRPr sz="1400"/>
          </a:p>
        </p:txBody>
      </p:sp>
      <p:sp>
        <p:nvSpPr>
          <p:cNvPr id="15" name="Text 11">
            <a:extLst xmlns:a="http://schemas.openxmlformats.org/drawingml/2006/main">
              <a:ext uri="{FF2B5EF4-FFF2-40B4-BE49-F238E27FC236}">
                <a16:creationId xmlns:a16="http://schemas.microsoft.com/office/drawing/2014/main" id="{27B0232A-864A-4E45-9F90-DEBC5DBE97E5}"/>
              </a:ext>
            </a:extLst>
          </p:cNvPr>
          <p:cNvSpPr>
            <a:spLocks xmlns:a="http://schemas.openxmlformats.org/drawingml/2006/main" noGrp="1"/>
          </p:cNvSpPr>
          <p:nvPr/>
        </p:nvSpPr>
        <p:spPr>
          <a:xfrm xmlns:a="http://schemas.openxmlformats.org/drawingml/2006/main">
            <a:off x="6556248" y="3072384"/>
            <a:ext cx="4425696"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8A94A8"/>
                </a:solidFill>
                <a:latin typeface="Arial"/>
                <a:ea typeface="Arial"/>
                <a:cs typeface="Arial"/>
              </a:rPr>
              <a:t>[Period, baseline, and why it moved.]</a:t>
            </a:r>
            <a:endParaRPr sz="1150"/>
          </a:p>
        </p:txBody>
      </p:sp>
      <p:sp>
        <p:nvSpPr>
          <p:cNvPr id="16" name="!!tileB">
            <a:extLst xmlns:a="http://schemas.openxmlformats.org/drawingml/2006/main">
              <a:ext uri="{FF2B5EF4-FFF2-40B4-BE49-F238E27FC236}">
                <a16:creationId xmlns:a16="http://schemas.microsoft.com/office/drawing/2014/main" id="{6A1FA22A-D6CF-418D-864F-87557CB31166}"/>
              </a:ext>
            </a:extLst>
          </p:cNvPr>
          <p:cNvSpPr>
            <a:spLocks xmlns:a="http://schemas.openxmlformats.org/drawingml/2006/main" noGrp="1"/>
          </p:cNvSpPr>
          <p:nvPr/>
        </p:nvSpPr>
        <p:spPr>
          <a:xfrm xmlns:a="http://schemas.openxmlformats.org/drawingml/2006/main">
            <a:off x="6172200" y="3931920"/>
            <a:ext cx="2468880" cy="2057400"/>
          </a:xfrm>
          <a:prstGeom xmlns:a="http://schemas.openxmlformats.org/drawingml/2006/main" prst="roundRect">
            <a:avLst>
              <a:gd name="adj" fmla="val 5333"/>
            </a:avLst>
          </a:prstGeom>
          <a:solidFill xmlns:a="http://schemas.openxmlformats.org/drawingml/2006/main">
            <a:srgbClr val="151A24">
              <a:alpha val="88000"/>
            </a:srgbClr>
          </a:solidFill>
          <a:ln xmlns:a="http://schemas.openxmlformats.org/drawingml/2006/main" w="12700">
            <a:solidFill>
              <a:srgbClr val="242C3B"/>
            </a:solidFill>
            <a:prstDash val="solid"/>
          </a:ln>
        </p:spPr>
      </p:sp>
      <p:sp>
        <p:nvSpPr>
          <p:cNvPr id="17" name="Text 13">
            <a:extLst xmlns:a="http://schemas.openxmlformats.org/drawingml/2006/main">
              <a:ext uri="{FF2B5EF4-FFF2-40B4-BE49-F238E27FC236}">
                <a16:creationId xmlns:a16="http://schemas.microsoft.com/office/drawing/2014/main" id="{93BA2D27-1B23-4696-BA4B-3578E02B6C5C}"/>
              </a:ext>
            </a:extLst>
          </p:cNvPr>
          <p:cNvSpPr>
            <a:spLocks xmlns:a="http://schemas.openxmlformats.org/drawingml/2006/main" noGrp="1"/>
          </p:cNvSpPr>
          <p:nvPr/>
        </p:nvSpPr>
        <p:spPr>
          <a:xfrm xmlns:a="http://schemas.openxmlformats.org/drawingml/2006/main">
            <a:off x="6556248" y="4206240"/>
            <a:ext cx="17373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EEF2F8"/>
                </a:solidFill>
                <a:latin typeface="Arial"/>
                <a:ea typeface="Arial"/>
                <a:cs typeface="Arial"/>
              </a:rPr>
              <a:t>[Tile two]</a:t>
            </a:r>
            <a:endParaRPr sz="1400"/>
          </a:p>
        </p:txBody>
      </p:sp>
      <p:sp>
        <p:nvSpPr>
          <p:cNvPr id="18" name="Text 14">
            <a:extLst xmlns:a="http://schemas.openxmlformats.org/drawingml/2006/main">
              <a:ext uri="{FF2B5EF4-FFF2-40B4-BE49-F238E27FC236}">
                <a16:creationId xmlns:a16="http://schemas.microsoft.com/office/drawing/2014/main" id="{FA1FCF18-F2E0-4AE8-A47F-129CC673E8B4}"/>
              </a:ext>
            </a:extLst>
          </p:cNvPr>
          <p:cNvSpPr>
            <a:spLocks xmlns:a="http://schemas.openxmlformats.org/drawingml/2006/main" noGrp="1"/>
          </p:cNvSpPr>
          <p:nvPr/>
        </p:nvSpPr>
        <p:spPr>
          <a:xfrm xmlns:a="http://schemas.openxmlformats.org/drawingml/2006/main">
            <a:off x="6556248" y="4572000"/>
            <a:ext cx="178308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700"/>
              </a:lnSpc>
              <a:buNone/>
            </a:pPr>
            <a:r>
              <a:rPr sz="1150">
                <a:solidFill>
                  <a:srgbClr val="8A94A8"/>
                </a:solidFill>
                <a:latin typeface="Arial"/>
                <a:ea typeface="Arial"/>
                <a:cs typeface="Arial"/>
              </a:rPr>
              <a:t>[Two short lines that add one fact the audience did not have.]</a:t>
            </a:r>
            <a:endParaRPr sz="1150"/>
          </a:p>
        </p:txBody>
      </p:sp>
      <p:sp>
        <p:nvSpPr>
          <p:cNvPr id="19" name="!!tileC">
            <a:extLst xmlns:a="http://schemas.openxmlformats.org/drawingml/2006/main">
              <a:ext uri="{FF2B5EF4-FFF2-40B4-BE49-F238E27FC236}">
                <a16:creationId xmlns:a16="http://schemas.microsoft.com/office/drawing/2014/main" id="{4761440A-0D32-4BD1-9C7F-F8D0F8D87923}"/>
              </a:ext>
            </a:extLst>
          </p:cNvPr>
          <p:cNvSpPr>
            <a:spLocks xmlns:a="http://schemas.openxmlformats.org/drawingml/2006/main" noGrp="1"/>
          </p:cNvSpPr>
          <p:nvPr/>
        </p:nvSpPr>
        <p:spPr>
          <a:xfrm xmlns:a="http://schemas.openxmlformats.org/drawingml/2006/main">
            <a:off x="8897112" y="3931920"/>
            <a:ext cx="2468880" cy="2057400"/>
          </a:xfrm>
          <a:prstGeom xmlns:a="http://schemas.openxmlformats.org/drawingml/2006/main" prst="roundRect">
            <a:avLst>
              <a:gd name="adj" fmla="val 5333"/>
            </a:avLst>
          </a:prstGeom>
          <a:solidFill xmlns:a="http://schemas.openxmlformats.org/drawingml/2006/main">
            <a:srgbClr val="151A24">
              <a:alpha val="88000"/>
            </a:srgbClr>
          </a:solidFill>
          <a:ln xmlns:a="http://schemas.openxmlformats.org/drawingml/2006/main" w="12700">
            <a:solidFill>
              <a:srgbClr val="242C3B"/>
            </a:solidFill>
            <a:prstDash val="solid"/>
          </a:ln>
        </p:spPr>
      </p:sp>
      <p:sp>
        <p:nvSpPr>
          <p:cNvPr id="20" name="Text 16">
            <a:extLst xmlns:a="http://schemas.openxmlformats.org/drawingml/2006/main">
              <a:ext uri="{FF2B5EF4-FFF2-40B4-BE49-F238E27FC236}">
                <a16:creationId xmlns:a16="http://schemas.microsoft.com/office/drawing/2014/main" id="{80E47B5A-23B1-4E07-AF3F-D21D4E2B1586}"/>
              </a:ext>
            </a:extLst>
          </p:cNvPr>
          <p:cNvSpPr>
            <a:spLocks xmlns:a="http://schemas.openxmlformats.org/drawingml/2006/main" noGrp="1"/>
          </p:cNvSpPr>
          <p:nvPr/>
        </p:nvSpPr>
        <p:spPr>
          <a:xfrm xmlns:a="http://schemas.openxmlformats.org/drawingml/2006/main">
            <a:off x="9281160" y="4206240"/>
            <a:ext cx="17373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3DDC97"/>
                </a:solidFill>
                <a:latin typeface="Arial"/>
                <a:ea typeface="Arial"/>
                <a:cs typeface="Arial"/>
              </a:rPr>
              <a:t>[Tile three]</a:t>
            </a:r>
            <a:endParaRPr sz="1400"/>
          </a:p>
        </p:txBody>
      </p:sp>
      <p:sp>
        <p:nvSpPr>
          <p:cNvPr id="21" name="Text 17">
            <a:extLst xmlns:a="http://schemas.openxmlformats.org/drawingml/2006/main">
              <a:ext uri="{FF2B5EF4-FFF2-40B4-BE49-F238E27FC236}">
                <a16:creationId xmlns:a16="http://schemas.microsoft.com/office/drawing/2014/main" id="{FD2DDA3C-A2A1-4F31-85B1-19B8AE49E396}"/>
              </a:ext>
            </a:extLst>
          </p:cNvPr>
          <p:cNvSpPr>
            <a:spLocks xmlns:a="http://schemas.openxmlformats.org/drawingml/2006/main" noGrp="1"/>
          </p:cNvSpPr>
          <p:nvPr/>
        </p:nvSpPr>
        <p:spPr>
          <a:xfrm xmlns:a="http://schemas.openxmlformats.org/drawingml/2006/main">
            <a:off x="9281160" y="4572000"/>
            <a:ext cx="178308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700"/>
              </a:lnSpc>
              <a:buNone/>
            </a:pPr>
            <a:r>
              <a:rPr sz="1150">
                <a:solidFill>
                  <a:srgbClr val="8A94A8"/>
                </a:solidFill>
                <a:latin typeface="Arial"/>
                <a:ea typeface="Arial"/>
                <a:cs typeface="Arial"/>
              </a:rPr>
              <a:t>[Two short lines that add one fact the audience did not have.]</a:t>
            </a:r>
            <a:endParaRPr sz="1150"/>
          </a:p>
        </p:txBody>
      </p:sp>
    </p:spTree>
    <p:extLst>
      <p:ext uri="{BB962C8B-B14F-4D97-AF65-F5344CB8AC3E}">
        <p14:creationId xmlns:p14="http://schemas.microsoft.com/office/powerpoint/2010/main" val="1292688756"/>
      </p:ext>
    </p:extLst>
  </p:cSld>
</p:sld>
</file>

<file path=ppt/slides/slide15.xml><?xml version="1.0" encoding="utf-8"?>
<p:sld xmlns:p="http://schemas.openxmlformats.org/presentationml/2006/main">
  <p:cSld>
    <p:bg>
      <p:bgPr>
        <a:blipFill xmlns:a="http://schemas.openxmlformats.org/drawingml/2006/main" rotWithShape="1">
          <a:blip xmlns:r="http://schemas.openxmlformats.org/officeDocument/2006/relationships" r:embed="R0ee6d622e594417e">
            <a:lum/>
          </a:blip>
          <a:srcRect l="0" t="0" r="0" b="0"/>
          <a:stretch>
            <a:fillRect l="0" t="0" r="0" b="0"/>
          </a:stretch>
        </a:blipFill>
      </p:bgPr>
    </p:bg>
    <p:spTree>
      <p:nvGrpSpPr>
        <p:cNvPr id="1" name=""/>
        <p:cNvGrpSpPr/>
        <p:nvPr/>
      </p:nvGrpSpPr>
      <p:grpSpPr>
        <a:xfrm xmlns:a="http://schemas.openxmlformats.org/drawingml/2006/main"/>
      </p:grpSpPr>
      <p:pic>
        <p:nvPicPr>
          <p:cNvPr id="12" name="!!orb"/>
          <p:cNvPicPr>
            <a:picLocks xmlns:a="http://schemas.openxmlformats.org/drawingml/2006/main" noChangeAspect="1"/>
          </p:cNvPicPr>
          <p:nvPr/>
        </p:nvPicPr>
        <p:blipFill>
          <a:blip xmlns:r="http://schemas.openxmlformats.org/officeDocument/2006/relationships" xmlns:a="http://schemas.openxmlformats.org/drawingml/2006/main" r:embed="Re93a73a53c794665"/>
          <a:stretch xmlns:a="http://schemas.openxmlformats.org/drawingml/2006/main">
            <a:fillRect l="0" t="0" r="0" b="0"/>
          </a:stretch>
        </p:blipFill>
        <p:spPr>
          <a:xfrm xmlns:a="http://schemas.openxmlformats.org/drawingml/2006/main">
            <a:off x="-2194560" y="1463040"/>
            <a:ext cx="6766560" cy="6766560"/>
          </a:xfrm>
          <a:prstGeom xmlns:a="http://schemas.openxmlformats.org/drawingml/2006/main" prst="rect">
            <a:avLst/>
          </a:prstGeom>
        </p:spPr>
      </p:pic>
      <p:sp>
        <p:nvSpPr>
          <p:cNvPr id="3" name="track">
            <a:extLst xmlns:a="http://schemas.openxmlformats.org/drawingml/2006/main">
              <a:ext uri="{FF2B5EF4-FFF2-40B4-BE49-F238E27FC236}">
                <a16:creationId xmlns:a16="http://schemas.microsoft.com/office/drawing/2014/main" id="{F95A3EDD-7A28-4CF9-A99E-D5DAC7900C3D}"/>
              </a:ext>
            </a:extLst>
          </p:cNvPr>
          <p:cNvSpPr>
            <a:spLocks xmlns:a="http://schemas.openxmlformats.org/drawingml/2006/main" noGrp="1"/>
          </p:cNvSpPr>
          <p:nvPr/>
        </p:nvSpPr>
        <p:spPr>
          <a:xfrm xmlns:a="http://schemas.openxmlformats.org/drawingml/2006/main">
            <a:off x="822960" y="6451092"/>
            <a:ext cx="10545775" cy="16459"/>
          </a:xfrm>
          <a:prstGeom xmlns:a="http://schemas.openxmlformats.org/drawingml/2006/main" prst="rect">
            <a:avLst/>
          </a:prstGeom>
          <a:solidFill xmlns:a="http://schemas.openxmlformats.org/drawingml/2006/main">
            <a:srgbClr val="242C3B"/>
          </a:solidFill>
          <a:ln xmlns:a="http://schemas.openxmlformats.org/drawingml/2006/main" w="12700">
            <a:solidFill>
              <a:srgbClr val="242C3B"/>
            </a:solidFill>
            <a:prstDash val="solid"/>
          </a:ln>
        </p:spPr>
      </p:sp>
      <p:sp>
        <p:nvSpPr>
          <p:cNvPr id="4" name="!!bar">
            <a:extLst xmlns:a="http://schemas.openxmlformats.org/drawingml/2006/main">
              <a:ext uri="{FF2B5EF4-FFF2-40B4-BE49-F238E27FC236}">
                <a16:creationId xmlns:a16="http://schemas.microsoft.com/office/drawing/2014/main" id="{AD6AB4CC-0DFD-45BC-82E0-49E6AEBACB44}"/>
              </a:ext>
            </a:extLst>
          </p:cNvPr>
          <p:cNvSpPr>
            <a:spLocks xmlns:a="http://schemas.openxmlformats.org/drawingml/2006/main" noGrp="1"/>
          </p:cNvSpPr>
          <p:nvPr/>
        </p:nvSpPr>
        <p:spPr>
          <a:xfrm xmlns:a="http://schemas.openxmlformats.org/drawingml/2006/main">
            <a:off x="822960" y="6446520"/>
            <a:ext cx="7871636" cy="27432"/>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5" name="!!mark">
            <a:extLst xmlns:a="http://schemas.openxmlformats.org/drawingml/2006/main">
              <a:ext uri="{FF2B5EF4-FFF2-40B4-BE49-F238E27FC236}">
                <a16:creationId xmlns:a16="http://schemas.microsoft.com/office/drawing/2014/main" id="{2992EDBA-68E1-4589-A9F8-B63C1BD24BEC}"/>
              </a:ext>
            </a:extLst>
          </p:cNvPr>
          <p:cNvSpPr>
            <a:spLocks xmlns:a="http://schemas.openxmlformats.org/drawingml/2006/main" noGrp="1"/>
          </p:cNvSpPr>
          <p:nvPr/>
        </p:nvSpPr>
        <p:spPr>
          <a:xfrm xmlns:a="http://schemas.openxmlformats.org/drawingml/2006/main" rot="2700000">
            <a:off x="822960" y="548640"/>
            <a:ext cx="137160" cy="137160"/>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6" name="!!kicker">
            <a:extLst xmlns:a="http://schemas.openxmlformats.org/drawingml/2006/main">
              <a:ext uri="{FF2B5EF4-FFF2-40B4-BE49-F238E27FC236}">
                <a16:creationId xmlns:a16="http://schemas.microsoft.com/office/drawing/2014/main" id="{740D7801-450B-4DAE-998F-FB065F7737FD}"/>
              </a:ext>
            </a:extLst>
          </p:cNvPr>
          <p:cNvSpPr>
            <a:spLocks xmlns:a="http://schemas.openxmlformats.org/drawingml/2006/main" noGrp="1"/>
          </p:cNvSpPr>
          <p:nvPr/>
        </p:nvSpPr>
        <p:spPr>
          <a:xfrm xmlns:a="http://schemas.openxmlformats.org/drawingml/2006/main">
            <a:off x="1133856" y="457200"/>
            <a:ext cx="6400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spc="400">
                <a:solidFill>
                  <a:srgbClr val="8A94A8"/>
                </a:solidFill>
                <a:latin typeface="Arial"/>
                <a:ea typeface="Arial"/>
                <a:cs typeface="Arial"/>
              </a:rPr>
              <a:t>CHAPTER 03</a:t>
            </a:r>
            <a:endParaRPr sz="900"/>
          </a:p>
        </p:txBody>
      </p:sp>
      <p:sp>
        <p:nvSpPr>
          <p:cNvPr id="7" name="pageno">
            <a:extLst xmlns:a="http://schemas.openxmlformats.org/drawingml/2006/main">
              <a:ext uri="{FF2B5EF4-FFF2-40B4-BE49-F238E27FC236}">
                <a16:creationId xmlns:a16="http://schemas.microsoft.com/office/drawing/2014/main" id="{7B79180E-9FBA-4EE6-90BF-ABC7EF91991C}"/>
              </a:ext>
            </a:extLst>
          </p:cNvPr>
          <p:cNvSpPr>
            <a:spLocks xmlns:a="http://schemas.openxmlformats.org/drawingml/2006/main" noGrp="1"/>
          </p:cNvSpPr>
          <p:nvPr/>
        </p:nvSpPr>
        <p:spPr>
          <a:xfrm xmlns:a="http://schemas.openxmlformats.org/drawingml/2006/main">
            <a:off x="9966960" y="457200"/>
            <a:ext cx="139903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spc="200">
                <a:solidFill>
                  <a:srgbClr val="8A94A8"/>
                </a:solidFill>
                <a:latin typeface="Arial"/>
                <a:ea typeface="Arial"/>
                <a:cs typeface="Arial"/>
              </a:rPr>
              <a:t>15 / 20</a:t>
            </a:r>
            <a:endParaRPr sz="900"/>
          </a:p>
        </p:txBody>
      </p:sp>
      <p:sp>
        <p:nvSpPr>
          <p:cNvPr id="8" name="!!num">
            <a:extLst xmlns:a="http://schemas.openxmlformats.org/drawingml/2006/main">
              <a:ext uri="{FF2B5EF4-FFF2-40B4-BE49-F238E27FC236}">
                <a16:creationId xmlns:a16="http://schemas.microsoft.com/office/drawing/2014/main" id="{085852AC-AF6C-4F60-B9A3-E7650A7A1D57}"/>
              </a:ext>
            </a:extLst>
          </p:cNvPr>
          <p:cNvSpPr>
            <a:spLocks xmlns:a="http://schemas.openxmlformats.org/drawingml/2006/main" noGrp="1"/>
          </p:cNvSpPr>
          <p:nvPr/>
        </p:nvSpPr>
        <p:spPr>
          <a:xfrm xmlns:a="http://schemas.openxmlformats.org/drawingml/2006/main">
            <a:off x="5394960" y="685800"/>
            <a:ext cx="5971032" cy="5120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21000" b="1" spc="-800">
                <a:solidFill>
                  <a:srgbClr val="1F2735"/>
                </a:solidFill>
                <a:latin typeface="Arial"/>
                <a:ea typeface="Arial"/>
                <a:cs typeface="Arial"/>
              </a:rPr>
              <a:t>03</a:t>
            </a:r>
            <a:endParaRPr sz="21000"/>
          </a:p>
        </p:txBody>
      </p:sp>
      <p:sp>
        <p:nvSpPr>
          <p:cNvPr id="9" name="Text 6">
            <a:extLst xmlns:a="http://schemas.openxmlformats.org/drawingml/2006/main">
              <a:ext uri="{FF2B5EF4-FFF2-40B4-BE49-F238E27FC236}">
                <a16:creationId xmlns:a16="http://schemas.microsoft.com/office/drawing/2014/main" id="{71EE9254-806F-4EB5-B948-7CA4E889C907}"/>
              </a:ext>
            </a:extLst>
          </p:cNvPr>
          <p:cNvSpPr>
            <a:spLocks xmlns:a="http://schemas.openxmlformats.org/drawingml/2006/main" noGrp="1"/>
          </p:cNvSpPr>
          <p:nvPr/>
        </p:nvSpPr>
        <p:spPr>
          <a:xfrm xmlns:a="http://schemas.openxmlformats.org/drawingml/2006/main">
            <a:off x="822960" y="2514600"/>
            <a:ext cx="6035040" cy="19202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nSpc>
                <a:spcPts val="5000"/>
              </a:lnSpc>
              <a:buNone/>
            </a:pPr>
            <a:r>
              <a:rPr sz="4400" b="1">
                <a:solidFill>
                  <a:srgbClr val="EEF2F8"/>
                </a:solidFill>
                <a:latin typeface="Arial"/>
                <a:ea typeface="Arial"/>
                <a:cs typeface="Arial"/>
              </a:rPr>
              <a:t>[Chapter three</a:t>
            </a:r>
            <a:endParaRPr sz="4400"/>
          </a:p>
          <a:p xmlns:a="http://schemas.openxmlformats.org/drawingml/2006/main">
            <a:pPr marL="0" indent="0">
              <a:lnSpc>
                <a:spcPts val="5000"/>
              </a:lnSpc>
              <a:buNone/>
            </a:pPr>
            <a:r>
              <a:rPr sz="4400" b="1">
                <a:solidFill>
                  <a:srgbClr val="EEF2F8"/>
                </a:solidFill>
                <a:latin typeface="Arial"/>
                <a:ea typeface="Arial"/>
                <a:cs typeface="Arial"/>
              </a:rPr>
              <a:t>title]</a:t>
            </a:r>
            <a:endParaRPr sz="4400"/>
          </a:p>
        </p:txBody>
      </p:sp>
      <p:sp>
        <p:nvSpPr>
          <p:cNvPr id="10" name="Text 7">
            <a:extLst xmlns:a="http://schemas.openxmlformats.org/drawingml/2006/main">
              <a:ext uri="{FF2B5EF4-FFF2-40B4-BE49-F238E27FC236}">
                <a16:creationId xmlns:a16="http://schemas.microsoft.com/office/drawing/2014/main" id="{9E9E8D5F-4572-4A38-AD73-F1DA16E55638}"/>
              </a:ext>
            </a:extLst>
          </p:cNvPr>
          <p:cNvSpPr>
            <a:spLocks xmlns:a="http://schemas.openxmlformats.org/drawingml/2006/main" noGrp="1"/>
          </p:cNvSpPr>
          <p:nvPr/>
        </p:nvSpPr>
        <p:spPr>
          <a:xfrm xmlns:a="http://schemas.openxmlformats.org/drawingml/2006/main">
            <a:off x="822960" y="4572000"/>
            <a:ext cx="539496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025"/>
              </a:lnSpc>
              <a:buNone/>
            </a:pPr>
            <a:r>
              <a:rPr sz="1350">
                <a:solidFill>
                  <a:srgbClr val="8A94A8"/>
                </a:solidFill>
                <a:latin typeface="Arial"/>
                <a:ea typeface="Arial"/>
                <a:cs typeface="Arial"/>
              </a:rPr>
              <a:t>[One line on what this section proves and why it matters to the people in the room.]</a:t>
            </a:r>
            <a:endParaRPr sz="1350"/>
          </a:p>
        </p:txBody>
      </p:sp>
    </p:spTree>
    <p:extLst>
      <p:ext uri="{BB962C8B-B14F-4D97-AF65-F5344CB8AC3E}">
        <p14:creationId xmlns:p14="http://schemas.microsoft.com/office/powerpoint/2010/main" val="220582264"/>
      </p:ext>
    </p:extLst>
  </p:cSld>
</p:sld>
</file>

<file path=ppt/slides/slide16.xml><?xml version="1.0" encoding="utf-8"?>
<p:sld xmlns:p="http://schemas.openxmlformats.org/presentationml/2006/main">
  <p:cSld>
    <p:bg>
      <p:bgPr>
        <a:blipFill xmlns:a="http://schemas.openxmlformats.org/drawingml/2006/main" rotWithShape="1">
          <a:blip xmlns:r="http://schemas.openxmlformats.org/officeDocument/2006/relationships" r:embed="R9d090478f0444850">
            <a:lum/>
          </a:blip>
          <a:srcRect l="0" t="0" r="0" b="0"/>
          <a:stretch>
            <a:fillRect l="0" t="0" r="0" b="0"/>
          </a:stretch>
        </a:blipFill>
      </p:bgPr>
    </p:bg>
    <p:spTree>
      <p:nvGrpSpPr>
        <p:cNvPr id="1" name=""/>
        <p:cNvGrpSpPr/>
        <p:nvPr/>
      </p:nvGrpSpPr>
      <p:grpSpPr>
        <a:xfrm xmlns:a="http://schemas.openxmlformats.org/drawingml/2006/main"/>
      </p:grpSpPr>
      <p:pic>
        <p:nvPicPr>
          <p:cNvPr id="16" name="!!orb"/>
          <p:cNvPicPr>
            <a:picLocks xmlns:a="http://schemas.openxmlformats.org/drawingml/2006/main" noChangeAspect="1"/>
          </p:cNvPicPr>
          <p:nvPr/>
        </p:nvPicPr>
        <p:blipFill>
          <a:blip xmlns:r="http://schemas.openxmlformats.org/officeDocument/2006/relationships" xmlns:a="http://schemas.openxmlformats.org/drawingml/2006/main" r:embed="Rba62cdd8eed04948"/>
          <a:stretch xmlns:a="http://schemas.openxmlformats.org/drawingml/2006/main">
            <a:fillRect l="0" t="0" r="0" b="0"/>
          </a:stretch>
        </p:blipFill>
        <p:spPr>
          <a:xfrm xmlns:a="http://schemas.openxmlformats.org/drawingml/2006/main">
            <a:off x="7498080" y="2377440"/>
            <a:ext cx="5852160" cy="5852160"/>
          </a:xfrm>
          <a:prstGeom xmlns:a="http://schemas.openxmlformats.org/drawingml/2006/main" prst="rect">
            <a:avLst/>
          </a:prstGeom>
        </p:spPr>
      </p:pic>
      <p:sp>
        <p:nvSpPr>
          <p:cNvPr id="3" name="track">
            <a:extLst xmlns:a="http://schemas.openxmlformats.org/drawingml/2006/main">
              <a:ext uri="{FF2B5EF4-FFF2-40B4-BE49-F238E27FC236}">
                <a16:creationId xmlns:a16="http://schemas.microsoft.com/office/drawing/2014/main" id="{7F7BE5ED-BCB5-4A5C-8450-89549D61DAE4}"/>
              </a:ext>
            </a:extLst>
          </p:cNvPr>
          <p:cNvSpPr>
            <a:spLocks xmlns:a="http://schemas.openxmlformats.org/drawingml/2006/main" noGrp="1"/>
          </p:cNvSpPr>
          <p:nvPr/>
        </p:nvSpPr>
        <p:spPr>
          <a:xfrm xmlns:a="http://schemas.openxmlformats.org/drawingml/2006/main">
            <a:off x="822960" y="6451092"/>
            <a:ext cx="10545775" cy="16459"/>
          </a:xfrm>
          <a:prstGeom xmlns:a="http://schemas.openxmlformats.org/drawingml/2006/main" prst="rect">
            <a:avLst/>
          </a:prstGeom>
          <a:solidFill xmlns:a="http://schemas.openxmlformats.org/drawingml/2006/main">
            <a:srgbClr val="242C3B"/>
          </a:solidFill>
          <a:ln xmlns:a="http://schemas.openxmlformats.org/drawingml/2006/main" w="12700">
            <a:solidFill>
              <a:srgbClr val="242C3B"/>
            </a:solidFill>
            <a:prstDash val="solid"/>
          </a:ln>
        </p:spPr>
      </p:sp>
      <p:sp>
        <p:nvSpPr>
          <p:cNvPr id="4" name="!!bar">
            <a:extLst xmlns:a="http://schemas.openxmlformats.org/drawingml/2006/main">
              <a:ext uri="{FF2B5EF4-FFF2-40B4-BE49-F238E27FC236}">
                <a16:creationId xmlns:a16="http://schemas.microsoft.com/office/drawing/2014/main" id="{D01DFC96-D14D-410F-B261-834EF79CB93A}"/>
              </a:ext>
            </a:extLst>
          </p:cNvPr>
          <p:cNvSpPr>
            <a:spLocks xmlns:a="http://schemas.openxmlformats.org/drawingml/2006/main" noGrp="1"/>
          </p:cNvSpPr>
          <p:nvPr/>
        </p:nvSpPr>
        <p:spPr>
          <a:xfrm xmlns:a="http://schemas.openxmlformats.org/drawingml/2006/main">
            <a:off x="822960" y="6446520"/>
            <a:ext cx="8406464" cy="27432"/>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5" name="!!mark">
            <a:extLst xmlns:a="http://schemas.openxmlformats.org/drawingml/2006/main">
              <a:ext uri="{FF2B5EF4-FFF2-40B4-BE49-F238E27FC236}">
                <a16:creationId xmlns:a16="http://schemas.microsoft.com/office/drawing/2014/main" id="{061DA1E2-FDEB-41EC-A361-2094495B0389}"/>
              </a:ext>
            </a:extLst>
          </p:cNvPr>
          <p:cNvSpPr>
            <a:spLocks xmlns:a="http://schemas.openxmlformats.org/drawingml/2006/main" noGrp="1"/>
          </p:cNvSpPr>
          <p:nvPr/>
        </p:nvSpPr>
        <p:spPr>
          <a:xfrm xmlns:a="http://schemas.openxmlformats.org/drawingml/2006/main" rot="2700000">
            <a:off x="822960" y="548640"/>
            <a:ext cx="137160" cy="137160"/>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6" name="!!kicker">
            <a:extLst xmlns:a="http://schemas.openxmlformats.org/drawingml/2006/main">
              <a:ext uri="{FF2B5EF4-FFF2-40B4-BE49-F238E27FC236}">
                <a16:creationId xmlns:a16="http://schemas.microsoft.com/office/drawing/2014/main" id="{6ABB0DB3-1166-4778-8F0E-6B6D9CB40CB8}"/>
              </a:ext>
            </a:extLst>
          </p:cNvPr>
          <p:cNvSpPr>
            <a:spLocks xmlns:a="http://schemas.openxmlformats.org/drawingml/2006/main" noGrp="1"/>
          </p:cNvSpPr>
          <p:nvPr/>
        </p:nvSpPr>
        <p:spPr>
          <a:xfrm xmlns:a="http://schemas.openxmlformats.org/drawingml/2006/main">
            <a:off x="1133856" y="457200"/>
            <a:ext cx="6400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spc="400">
                <a:solidFill>
                  <a:srgbClr val="8A94A8"/>
                </a:solidFill>
                <a:latin typeface="Arial"/>
                <a:ea typeface="Arial"/>
                <a:cs typeface="Arial"/>
              </a:rPr>
              <a:t>IN THEIR WORDS</a:t>
            </a:r>
            <a:endParaRPr sz="900"/>
          </a:p>
        </p:txBody>
      </p:sp>
      <p:sp>
        <p:nvSpPr>
          <p:cNvPr id="7" name="pageno">
            <a:extLst xmlns:a="http://schemas.openxmlformats.org/drawingml/2006/main">
              <a:ext uri="{FF2B5EF4-FFF2-40B4-BE49-F238E27FC236}">
                <a16:creationId xmlns:a16="http://schemas.microsoft.com/office/drawing/2014/main" id="{C68F95BB-ECA8-40C5-9177-1AA48D97A45E}"/>
              </a:ext>
            </a:extLst>
          </p:cNvPr>
          <p:cNvSpPr>
            <a:spLocks xmlns:a="http://schemas.openxmlformats.org/drawingml/2006/main" noGrp="1"/>
          </p:cNvSpPr>
          <p:nvPr/>
        </p:nvSpPr>
        <p:spPr>
          <a:xfrm xmlns:a="http://schemas.openxmlformats.org/drawingml/2006/main">
            <a:off x="9966960" y="457200"/>
            <a:ext cx="139903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spc="200">
                <a:solidFill>
                  <a:srgbClr val="8A94A8"/>
                </a:solidFill>
                <a:latin typeface="Arial"/>
                <a:ea typeface="Arial"/>
                <a:cs typeface="Arial"/>
              </a:rPr>
              <a:t>16 / 20</a:t>
            </a:r>
            <a:endParaRPr sz="900"/>
          </a:p>
        </p:txBody>
      </p:sp>
      <p:sp>
        <p:nvSpPr>
          <p:cNvPr id="8" name="Text 5">
            <a:extLst xmlns:a="http://schemas.openxmlformats.org/drawingml/2006/main">
              <a:ext uri="{FF2B5EF4-FFF2-40B4-BE49-F238E27FC236}">
                <a16:creationId xmlns:a16="http://schemas.microsoft.com/office/drawing/2014/main" id="{E2CD982D-ADD0-4B61-BB99-930D58C7BDBC}"/>
              </a:ext>
            </a:extLst>
          </p:cNvPr>
          <p:cNvSpPr>
            <a:spLocks xmlns:a="http://schemas.openxmlformats.org/drawingml/2006/main" noGrp="1"/>
          </p:cNvSpPr>
          <p:nvPr/>
        </p:nvSpPr>
        <p:spPr>
          <a:xfrm xmlns:a="http://schemas.openxmlformats.org/drawingml/2006/main">
            <a:off x="9052560" y="457200"/>
            <a:ext cx="2377440" cy="2743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20000" b="1">
                <a:solidFill>
                  <a:srgbClr val="1F2735"/>
                </a:solidFill>
                <a:latin typeface="Georgia"/>
                <a:ea typeface="Georgia"/>
                <a:cs typeface="Georgia"/>
              </a:rPr>
              <a:t>”</a:t>
            </a:r>
            <a:endParaRPr sz="20000"/>
          </a:p>
        </p:txBody>
      </p:sp>
      <p:sp>
        <p:nvSpPr>
          <p:cNvPr id="9" name="!!num">
            <a:extLst xmlns:a="http://schemas.openxmlformats.org/drawingml/2006/main">
              <a:ext uri="{FF2B5EF4-FFF2-40B4-BE49-F238E27FC236}">
                <a16:creationId xmlns:a16="http://schemas.microsoft.com/office/drawing/2014/main" id="{151B86D4-1D78-423C-8E49-E48BB7539944}"/>
              </a:ext>
            </a:extLst>
          </p:cNvPr>
          <p:cNvSpPr>
            <a:spLocks xmlns:a="http://schemas.openxmlformats.org/drawingml/2006/main" noGrp="1"/>
          </p:cNvSpPr>
          <p:nvPr/>
        </p:nvSpPr>
        <p:spPr>
          <a:xfrm xmlns:a="http://schemas.openxmlformats.org/drawingml/2006/main">
            <a:off x="822960" y="1133856"/>
            <a:ext cx="9144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FF6B35"/>
                </a:solidFill>
                <a:latin typeface="Arial"/>
                <a:ea typeface="Arial"/>
                <a:cs typeface="Arial"/>
              </a:rPr>
              <a:t>03</a:t>
            </a:r>
            <a:endParaRPr sz="2000"/>
          </a:p>
        </p:txBody>
      </p:sp>
      <p:sp>
        <p:nvSpPr>
          <p:cNvPr id="10" name="Text 7">
            <a:extLst xmlns:a="http://schemas.openxmlformats.org/drawingml/2006/main">
              <a:ext uri="{FF2B5EF4-FFF2-40B4-BE49-F238E27FC236}">
                <a16:creationId xmlns:a16="http://schemas.microsoft.com/office/drawing/2014/main" id="{C89DFD59-621B-47C9-8EBD-37016B70E98A}"/>
              </a:ext>
            </a:extLst>
          </p:cNvPr>
          <p:cNvSpPr>
            <a:spLocks xmlns:a="http://schemas.openxmlformats.org/drawingml/2006/main" noGrp="1"/>
          </p:cNvSpPr>
          <p:nvPr/>
        </p:nvSpPr>
        <p:spPr>
          <a:xfrm xmlns:a="http://schemas.openxmlformats.org/drawingml/2006/main">
            <a:off x="822960" y="1874520"/>
            <a:ext cx="8229600" cy="265176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nSpc>
                <a:spcPts val="4400"/>
              </a:lnSpc>
              <a:buNone/>
            </a:pPr>
            <a:r>
              <a:rPr sz="3200" i="1">
                <a:solidFill>
                  <a:srgbClr val="EEF2F8"/>
                </a:solidFill>
                <a:latin typeface="Arial"/>
                <a:ea typeface="Arial"/>
                <a:cs typeface="Arial"/>
              </a:rPr>
              <a:t>[One quote that says what you cannot say about yourself. Keep it under twenty five words.]</a:t>
            </a:r>
            <a:endParaRPr sz="3200"/>
          </a:p>
        </p:txBody>
      </p:sp>
      <p:pic>
        <p:nvPicPr>
          <p:cNvPr id="25" name="!!avatar"/>
          <p:cNvPicPr>
            <a:picLocks xmlns:a="http://schemas.openxmlformats.org/drawingml/2006/main" noChangeAspect="1"/>
          </p:cNvPicPr>
          <p:nvPr/>
        </p:nvPicPr>
        <p:blipFill>
          <a:blip xmlns:r="http://schemas.openxmlformats.org/officeDocument/2006/relationships" xmlns:a="http://schemas.openxmlformats.org/drawingml/2006/main" r:embed="Rdb80f87fe3fe49f5"/>
          <a:srcRect xmlns:a="http://schemas.openxmlformats.org/drawingml/2006/main" l="0" t="0" r="0" b="0"/>
          <a:stretch xmlns:a="http://schemas.openxmlformats.org/drawingml/2006/main"/>
        </p:blipFill>
        <p:spPr>
          <a:xfrm xmlns:a="http://schemas.openxmlformats.org/drawingml/2006/main">
            <a:off x="822960" y="4828032"/>
            <a:ext cx="822960" cy="822960"/>
          </a:xfrm>
          <a:prstGeom xmlns:a="http://schemas.openxmlformats.org/drawingml/2006/main" prst="ellipse">
            <a:avLst/>
          </a:prstGeom>
        </p:spPr>
      </p:pic>
      <p:sp>
        <p:nvSpPr>
          <p:cNvPr id="12" name="Text 8">
            <a:extLst xmlns:a="http://schemas.openxmlformats.org/drawingml/2006/main">
              <a:ext uri="{FF2B5EF4-FFF2-40B4-BE49-F238E27FC236}">
                <a16:creationId xmlns:a16="http://schemas.microsoft.com/office/drawing/2014/main" id="{20F12B69-035C-4A20-A79D-475A64033189}"/>
              </a:ext>
            </a:extLst>
          </p:cNvPr>
          <p:cNvSpPr>
            <a:spLocks xmlns:a="http://schemas.openxmlformats.org/drawingml/2006/main" noGrp="1"/>
          </p:cNvSpPr>
          <p:nvPr/>
        </p:nvSpPr>
        <p:spPr>
          <a:xfrm xmlns:a="http://schemas.openxmlformats.org/drawingml/2006/main">
            <a:off x="1847088" y="4937760"/>
            <a:ext cx="45720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EEF2F8"/>
                </a:solidFill>
                <a:latin typeface="Arial"/>
                <a:ea typeface="Arial"/>
                <a:cs typeface="Arial"/>
              </a:rPr>
              <a:t>[Name]</a:t>
            </a:r>
            <a:endParaRPr sz="1450"/>
          </a:p>
        </p:txBody>
      </p:sp>
      <p:sp>
        <p:nvSpPr>
          <p:cNvPr id="13" name="Text 9">
            <a:extLst xmlns:a="http://schemas.openxmlformats.org/drawingml/2006/main">
              <a:ext uri="{FF2B5EF4-FFF2-40B4-BE49-F238E27FC236}">
                <a16:creationId xmlns:a16="http://schemas.microsoft.com/office/drawing/2014/main" id="{DA8D9ECB-42BC-4ACB-BE73-FF97EFEF1C44}"/>
              </a:ext>
            </a:extLst>
          </p:cNvPr>
          <p:cNvSpPr>
            <a:spLocks xmlns:a="http://schemas.openxmlformats.org/drawingml/2006/main" noGrp="1"/>
          </p:cNvSpPr>
          <p:nvPr/>
        </p:nvSpPr>
        <p:spPr>
          <a:xfrm xmlns:a="http://schemas.openxmlformats.org/drawingml/2006/main">
            <a:off x="1847088" y="5266944"/>
            <a:ext cx="45720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8A94A8"/>
                </a:solidFill>
                <a:latin typeface="Arial"/>
                <a:ea typeface="Arial"/>
                <a:cs typeface="Arial"/>
              </a:rPr>
              <a:t>[Role, organisation]</a:t>
            </a:r>
            <a:endParaRPr sz="1200"/>
          </a:p>
        </p:txBody>
      </p:sp>
    </p:spTree>
    <p:extLst>
      <p:ext uri="{BB962C8B-B14F-4D97-AF65-F5344CB8AC3E}">
        <p14:creationId xmlns:p14="http://schemas.microsoft.com/office/powerpoint/2010/main" val="1267683294"/>
      </p:ext>
    </p:extLst>
  </p:cSld>
</p:sld>
</file>

<file path=ppt/slides/slide17.xml><?xml version="1.0" encoding="utf-8"?>
<p:sld xmlns:p="http://schemas.openxmlformats.org/presentationml/2006/main">
  <p:cSld>
    <p:bg>
      <p:bgPr>
        <a:blipFill xmlns:a="http://schemas.openxmlformats.org/drawingml/2006/main" rotWithShape="1">
          <a:blip xmlns:r="http://schemas.openxmlformats.org/officeDocument/2006/relationships" r:embed="Rb12978bd1e9a4383">
            <a:lum/>
          </a:blip>
          <a:srcRect l="0" t="0" r="0" b="0"/>
          <a:stretch>
            <a:fillRect l="0" t="0" r="0" b="0"/>
          </a:stretch>
        </a:blipFill>
      </p:bgPr>
    </p:bg>
    <p:spTree>
      <p:nvGrpSpPr>
        <p:cNvPr id="1" name=""/>
        <p:cNvGrpSpPr/>
        <p:nvPr/>
      </p:nvGrpSpPr>
      <p:grpSpPr>
        <a:xfrm xmlns:a="http://schemas.openxmlformats.org/drawingml/2006/main"/>
      </p:grpSpPr>
      <p:pic>
        <p:nvPicPr>
          <p:cNvPr id="35" name="!!orb"/>
          <p:cNvPicPr>
            <a:picLocks xmlns:a="http://schemas.openxmlformats.org/drawingml/2006/main" noChangeAspect="1"/>
          </p:cNvPicPr>
          <p:nvPr/>
        </p:nvPicPr>
        <p:blipFill>
          <a:blip xmlns:r="http://schemas.openxmlformats.org/officeDocument/2006/relationships" xmlns:a="http://schemas.openxmlformats.org/drawingml/2006/main" r:embed="Rf045bcba0cfc4aec"/>
          <a:stretch xmlns:a="http://schemas.openxmlformats.org/drawingml/2006/main">
            <a:fillRect l="0" t="0" r="0" b="0"/>
          </a:stretch>
        </p:blipFill>
        <p:spPr>
          <a:xfrm xmlns:a="http://schemas.openxmlformats.org/drawingml/2006/main">
            <a:off x="3291840" y="4206240"/>
            <a:ext cx="6035040" cy="6035040"/>
          </a:xfrm>
          <a:prstGeom xmlns:a="http://schemas.openxmlformats.org/drawingml/2006/main" prst="rect">
            <a:avLst/>
          </a:prstGeom>
        </p:spPr>
      </p:pic>
      <p:sp>
        <p:nvSpPr>
          <p:cNvPr id="3" name="track">
            <a:extLst xmlns:a="http://schemas.openxmlformats.org/drawingml/2006/main">
              <a:ext uri="{FF2B5EF4-FFF2-40B4-BE49-F238E27FC236}">
                <a16:creationId xmlns:a16="http://schemas.microsoft.com/office/drawing/2014/main" id="{70833295-CDA0-496E-9496-20C1B2624750}"/>
              </a:ext>
            </a:extLst>
          </p:cNvPr>
          <p:cNvSpPr>
            <a:spLocks xmlns:a="http://schemas.openxmlformats.org/drawingml/2006/main" noGrp="1"/>
          </p:cNvSpPr>
          <p:nvPr/>
        </p:nvSpPr>
        <p:spPr>
          <a:xfrm xmlns:a="http://schemas.openxmlformats.org/drawingml/2006/main">
            <a:off x="822960" y="6451092"/>
            <a:ext cx="10545775" cy="16459"/>
          </a:xfrm>
          <a:prstGeom xmlns:a="http://schemas.openxmlformats.org/drawingml/2006/main" prst="rect">
            <a:avLst/>
          </a:prstGeom>
          <a:solidFill xmlns:a="http://schemas.openxmlformats.org/drawingml/2006/main">
            <a:srgbClr val="242C3B"/>
          </a:solidFill>
          <a:ln xmlns:a="http://schemas.openxmlformats.org/drawingml/2006/main" w="12700">
            <a:solidFill>
              <a:srgbClr val="242C3B"/>
            </a:solidFill>
            <a:prstDash val="solid"/>
          </a:ln>
        </p:spPr>
      </p:sp>
      <p:sp>
        <p:nvSpPr>
          <p:cNvPr id="4" name="!!bar">
            <a:extLst xmlns:a="http://schemas.openxmlformats.org/drawingml/2006/main">
              <a:ext uri="{FF2B5EF4-FFF2-40B4-BE49-F238E27FC236}">
                <a16:creationId xmlns:a16="http://schemas.microsoft.com/office/drawing/2014/main" id="{4447A5FD-A92D-49DC-9593-B29BB420B58C}"/>
              </a:ext>
            </a:extLst>
          </p:cNvPr>
          <p:cNvSpPr>
            <a:spLocks xmlns:a="http://schemas.openxmlformats.org/drawingml/2006/main" noGrp="1"/>
          </p:cNvSpPr>
          <p:nvPr/>
        </p:nvSpPr>
        <p:spPr>
          <a:xfrm xmlns:a="http://schemas.openxmlformats.org/drawingml/2006/main">
            <a:off x="822960" y="6446520"/>
            <a:ext cx="8941292" cy="27432"/>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5" name="!!mark">
            <a:extLst xmlns:a="http://schemas.openxmlformats.org/drawingml/2006/main">
              <a:ext uri="{FF2B5EF4-FFF2-40B4-BE49-F238E27FC236}">
                <a16:creationId xmlns:a16="http://schemas.microsoft.com/office/drawing/2014/main" id="{3BD1B15B-5E49-4C48-8CD8-762135AAB7BB}"/>
              </a:ext>
            </a:extLst>
          </p:cNvPr>
          <p:cNvSpPr>
            <a:spLocks xmlns:a="http://schemas.openxmlformats.org/drawingml/2006/main" noGrp="1"/>
          </p:cNvSpPr>
          <p:nvPr/>
        </p:nvSpPr>
        <p:spPr>
          <a:xfrm xmlns:a="http://schemas.openxmlformats.org/drawingml/2006/main" rot="2700000">
            <a:off x="822960" y="548640"/>
            <a:ext cx="137160" cy="137160"/>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6" name="!!kicker">
            <a:extLst xmlns:a="http://schemas.openxmlformats.org/drawingml/2006/main">
              <a:ext uri="{FF2B5EF4-FFF2-40B4-BE49-F238E27FC236}">
                <a16:creationId xmlns:a16="http://schemas.microsoft.com/office/drawing/2014/main" id="{4D6D39A1-1CBB-4C6E-8EAE-99ED6B885FB5}"/>
              </a:ext>
            </a:extLst>
          </p:cNvPr>
          <p:cNvSpPr>
            <a:spLocks xmlns:a="http://schemas.openxmlformats.org/drawingml/2006/main" noGrp="1"/>
          </p:cNvSpPr>
          <p:nvPr/>
        </p:nvSpPr>
        <p:spPr>
          <a:xfrm xmlns:a="http://schemas.openxmlformats.org/drawingml/2006/main">
            <a:off x="1133856" y="457200"/>
            <a:ext cx="6400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spc="400">
                <a:solidFill>
                  <a:srgbClr val="8A94A8"/>
                </a:solidFill>
                <a:latin typeface="Arial"/>
                <a:ea typeface="Arial"/>
                <a:cs typeface="Arial"/>
              </a:rPr>
              <a:t>WHO IS BEHIND THIS</a:t>
            </a:r>
            <a:endParaRPr sz="900"/>
          </a:p>
        </p:txBody>
      </p:sp>
      <p:sp>
        <p:nvSpPr>
          <p:cNvPr id="7" name="pageno">
            <a:extLst xmlns:a="http://schemas.openxmlformats.org/drawingml/2006/main">
              <a:ext uri="{FF2B5EF4-FFF2-40B4-BE49-F238E27FC236}">
                <a16:creationId xmlns:a16="http://schemas.microsoft.com/office/drawing/2014/main" id="{3D09709E-0634-49DA-9B7A-CB7594530FD1}"/>
              </a:ext>
            </a:extLst>
          </p:cNvPr>
          <p:cNvSpPr>
            <a:spLocks xmlns:a="http://schemas.openxmlformats.org/drawingml/2006/main" noGrp="1"/>
          </p:cNvSpPr>
          <p:nvPr/>
        </p:nvSpPr>
        <p:spPr>
          <a:xfrm xmlns:a="http://schemas.openxmlformats.org/drawingml/2006/main">
            <a:off x="9966960" y="457200"/>
            <a:ext cx="139903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spc="200">
                <a:solidFill>
                  <a:srgbClr val="8A94A8"/>
                </a:solidFill>
                <a:latin typeface="Arial"/>
                <a:ea typeface="Arial"/>
                <a:cs typeface="Arial"/>
              </a:rPr>
              <a:t>17 / 20</a:t>
            </a:r>
            <a:endParaRPr sz="900"/>
          </a:p>
        </p:txBody>
      </p:sp>
      <p:sp>
        <p:nvSpPr>
          <p:cNvPr id="8" name="Text 5">
            <a:extLst xmlns:a="http://schemas.openxmlformats.org/drawingml/2006/main">
              <a:ext uri="{FF2B5EF4-FFF2-40B4-BE49-F238E27FC236}">
                <a16:creationId xmlns:a16="http://schemas.microsoft.com/office/drawing/2014/main" id="{841049FB-E788-44F6-BAD7-F4EEFFF44671}"/>
              </a:ext>
            </a:extLst>
          </p:cNvPr>
          <p:cNvSpPr>
            <a:spLocks xmlns:a="http://schemas.openxmlformats.org/drawingml/2006/main" noGrp="1"/>
          </p:cNvSpPr>
          <p:nvPr/>
        </p:nvSpPr>
        <p:spPr>
          <a:xfrm xmlns:a="http://schemas.openxmlformats.org/drawingml/2006/main">
            <a:off x="822960" y="1115568"/>
            <a:ext cx="822960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nSpc>
                <a:spcPts val="3078"/>
              </a:lnSpc>
              <a:buNone/>
            </a:pPr>
            <a:r>
              <a:rPr sz="2700" b="1">
                <a:solidFill>
                  <a:srgbClr val="EEF2F8"/>
                </a:solidFill>
                <a:latin typeface="Arial"/>
                <a:ea typeface="Arial"/>
                <a:cs typeface="Arial"/>
              </a:rPr>
              <a:t>The people doing the work</a:t>
            </a:r>
            <a:endParaRPr sz="2700"/>
          </a:p>
        </p:txBody>
      </p:sp>
      <p:pic>
        <p:nvPicPr>
          <p:cNvPr id="42" name="!!avatar1"/>
          <p:cNvPicPr>
            <a:picLocks xmlns:a="http://schemas.openxmlformats.org/drawingml/2006/main" noChangeAspect="1"/>
          </p:cNvPicPr>
          <p:nvPr/>
        </p:nvPicPr>
        <p:blipFill>
          <a:blip xmlns:r="http://schemas.openxmlformats.org/officeDocument/2006/relationships" xmlns:a="http://schemas.openxmlformats.org/drawingml/2006/main" r:embed="R54e1f1e084734d6c"/>
          <a:srcRect xmlns:a="http://schemas.openxmlformats.org/drawingml/2006/main" l="0" t="0" r="0" b="0"/>
          <a:stretch xmlns:a="http://schemas.openxmlformats.org/drawingml/2006/main"/>
        </p:blipFill>
        <p:spPr>
          <a:xfrm xmlns:a="http://schemas.openxmlformats.org/drawingml/2006/main">
            <a:off x="822960" y="2514600"/>
            <a:ext cx="1234440" cy="1234440"/>
          </a:xfrm>
          <a:prstGeom xmlns:a="http://schemas.openxmlformats.org/drawingml/2006/main" prst="ellipse">
            <a:avLst/>
          </a:prstGeom>
        </p:spPr>
      </p:pic>
      <p:sp>
        <p:nvSpPr>
          <p:cNvPr id="10" name="Text 6">
            <a:extLst xmlns:a="http://schemas.openxmlformats.org/drawingml/2006/main">
              <a:ext uri="{FF2B5EF4-FFF2-40B4-BE49-F238E27FC236}">
                <a16:creationId xmlns:a16="http://schemas.microsoft.com/office/drawing/2014/main" id="{8E68DC7D-AA2F-462D-B8E0-A686984462ED}"/>
              </a:ext>
            </a:extLst>
          </p:cNvPr>
          <p:cNvSpPr>
            <a:spLocks xmlns:a="http://schemas.openxmlformats.org/drawingml/2006/main" noGrp="1"/>
          </p:cNvSpPr>
          <p:nvPr/>
        </p:nvSpPr>
        <p:spPr>
          <a:xfrm xmlns:a="http://schemas.openxmlformats.org/drawingml/2006/main">
            <a:off x="548640" y="3950208"/>
            <a:ext cx="17830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EEF2F8"/>
                </a:solidFill>
                <a:latin typeface="Arial"/>
                <a:ea typeface="Arial"/>
                <a:cs typeface="Arial"/>
              </a:rPr>
              <a:t>[Name 1]</a:t>
            </a:r>
            <a:endParaRPr sz="1250"/>
          </a:p>
        </p:txBody>
      </p:sp>
      <p:sp>
        <p:nvSpPr>
          <p:cNvPr id="11" name="Text 7">
            <a:extLst xmlns:a="http://schemas.openxmlformats.org/drawingml/2006/main">
              <a:ext uri="{FF2B5EF4-FFF2-40B4-BE49-F238E27FC236}">
                <a16:creationId xmlns:a16="http://schemas.microsoft.com/office/drawing/2014/main" id="{AB63A42D-357E-4EEC-83C4-D4B4B017D7F2}"/>
              </a:ext>
            </a:extLst>
          </p:cNvPr>
          <p:cNvSpPr>
            <a:spLocks xmlns:a="http://schemas.openxmlformats.org/drawingml/2006/main" noGrp="1"/>
          </p:cNvSpPr>
          <p:nvPr/>
        </p:nvSpPr>
        <p:spPr>
          <a:xfrm xmlns:a="http://schemas.openxmlformats.org/drawingml/2006/main">
            <a:off x="548640" y="4242816"/>
            <a:ext cx="17830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a:solidFill>
                  <a:srgbClr val="8A94A8"/>
                </a:solidFill>
                <a:latin typeface="Arial"/>
                <a:ea typeface="Arial"/>
                <a:cs typeface="Arial"/>
              </a:rPr>
              <a:t>[Role]</a:t>
            </a:r>
            <a:endParaRPr sz="1100"/>
          </a:p>
        </p:txBody>
      </p:sp>
      <p:pic>
        <p:nvPicPr>
          <p:cNvPr id="45" name="!!avatar2"/>
          <p:cNvPicPr>
            <a:picLocks xmlns:a="http://schemas.openxmlformats.org/drawingml/2006/main" noChangeAspect="1"/>
          </p:cNvPicPr>
          <p:nvPr/>
        </p:nvPicPr>
        <p:blipFill>
          <a:blip xmlns:r="http://schemas.openxmlformats.org/officeDocument/2006/relationships" xmlns:a="http://schemas.openxmlformats.org/drawingml/2006/main" r:embed="R54e1f1e084734d6c"/>
          <a:srcRect xmlns:a="http://schemas.openxmlformats.org/drawingml/2006/main" l="0" t="0" r="0" b="0"/>
          <a:stretch xmlns:a="http://schemas.openxmlformats.org/drawingml/2006/main"/>
        </p:blipFill>
        <p:spPr>
          <a:xfrm xmlns:a="http://schemas.openxmlformats.org/drawingml/2006/main">
            <a:off x="2651760" y="2514600"/>
            <a:ext cx="1234440" cy="1234440"/>
          </a:xfrm>
          <a:prstGeom xmlns:a="http://schemas.openxmlformats.org/drawingml/2006/main" prst="ellipse">
            <a:avLst/>
          </a:prstGeom>
        </p:spPr>
      </p:pic>
      <p:sp>
        <p:nvSpPr>
          <p:cNvPr id="13" name="Text 8">
            <a:extLst xmlns:a="http://schemas.openxmlformats.org/drawingml/2006/main">
              <a:ext uri="{FF2B5EF4-FFF2-40B4-BE49-F238E27FC236}">
                <a16:creationId xmlns:a16="http://schemas.microsoft.com/office/drawing/2014/main" id="{BAA6570B-5A09-4320-BF80-A75BDA9BABC2}"/>
              </a:ext>
            </a:extLst>
          </p:cNvPr>
          <p:cNvSpPr>
            <a:spLocks xmlns:a="http://schemas.openxmlformats.org/drawingml/2006/main" noGrp="1"/>
          </p:cNvSpPr>
          <p:nvPr/>
        </p:nvSpPr>
        <p:spPr>
          <a:xfrm xmlns:a="http://schemas.openxmlformats.org/drawingml/2006/main">
            <a:off x="2377440" y="3950208"/>
            <a:ext cx="17830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EEF2F8"/>
                </a:solidFill>
                <a:latin typeface="Arial"/>
                <a:ea typeface="Arial"/>
                <a:cs typeface="Arial"/>
              </a:rPr>
              <a:t>[Name 2]</a:t>
            </a:r>
            <a:endParaRPr sz="1250"/>
          </a:p>
        </p:txBody>
      </p:sp>
      <p:sp>
        <p:nvSpPr>
          <p:cNvPr id="14" name="Text 9">
            <a:extLst xmlns:a="http://schemas.openxmlformats.org/drawingml/2006/main">
              <a:ext uri="{FF2B5EF4-FFF2-40B4-BE49-F238E27FC236}">
                <a16:creationId xmlns:a16="http://schemas.microsoft.com/office/drawing/2014/main" id="{71A8129D-8E1B-4735-95A1-6FC1DF38A0C2}"/>
              </a:ext>
            </a:extLst>
          </p:cNvPr>
          <p:cNvSpPr>
            <a:spLocks xmlns:a="http://schemas.openxmlformats.org/drawingml/2006/main" noGrp="1"/>
          </p:cNvSpPr>
          <p:nvPr/>
        </p:nvSpPr>
        <p:spPr>
          <a:xfrm xmlns:a="http://schemas.openxmlformats.org/drawingml/2006/main">
            <a:off x="2377440" y="4242816"/>
            <a:ext cx="17830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a:solidFill>
                  <a:srgbClr val="8A94A8"/>
                </a:solidFill>
                <a:latin typeface="Arial"/>
                <a:ea typeface="Arial"/>
                <a:cs typeface="Arial"/>
              </a:rPr>
              <a:t>[Role]</a:t>
            </a:r>
            <a:endParaRPr sz="1100"/>
          </a:p>
        </p:txBody>
      </p:sp>
      <p:pic>
        <p:nvPicPr>
          <p:cNvPr id="48" name="!!avatar3"/>
          <p:cNvPicPr>
            <a:picLocks xmlns:a="http://schemas.openxmlformats.org/drawingml/2006/main" noChangeAspect="1"/>
          </p:cNvPicPr>
          <p:nvPr/>
        </p:nvPicPr>
        <p:blipFill>
          <a:blip xmlns:r="http://schemas.openxmlformats.org/officeDocument/2006/relationships" xmlns:a="http://schemas.openxmlformats.org/drawingml/2006/main" r:embed="R54e1f1e084734d6c"/>
          <a:srcRect xmlns:a="http://schemas.openxmlformats.org/drawingml/2006/main" l="0" t="0" r="0" b="0"/>
          <a:stretch xmlns:a="http://schemas.openxmlformats.org/drawingml/2006/main"/>
        </p:blipFill>
        <p:spPr>
          <a:xfrm xmlns:a="http://schemas.openxmlformats.org/drawingml/2006/main">
            <a:off x="4480560" y="2514600"/>
            <a:ext cx="1234440" cy="1234440"/>
          </a:xfrm>
          <a:prstGeom xmlns:a="http://schemas.openxmlformats.org/drawingml/2006/main" prst="ellipse">
            <a:avLst/>
          </a:prstGeom>
        </p:spPr>
      </p:pic>
      <p:sp>
        <p:nvSpPr>
          <p:cNvPr id="16" name="Text 10">
            <a:extLst xmlns:a="http://schemas.openxmlformats.org/drawingml/2006/main">
              <a:ext uri="{FF2B5EF4-FFF2-40B4-BE49-F238E27FC236}">
                <a16:creationId xmlns:a16="http://schemas.microsoft.com/office/drawing/2014/main" id="{14B02A11-2AFE-4627-8E84-30833A7DCE0F}"/>
              </a:ext>
            </a:extLst>
          </p:cNvPr>
          <p:cNvSpPr>
            <a:spLocks xmlns:a="http://schemas.openxmlformats.org/drawingml/2006/main" noGrp="1"/>
          </p:cNvSpPr>
          <p:nvPr/>
        </p:nvSpPr>
        <p:spPr>
          <a:xfrm xmlns:a="http://schemas.openxmlformats.org/drawingml/2006/main">
            <a:off x="4206240" y="3950208"/>
            <a:ext cx="17830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EEF2F8"/>
                </a:solidFill>
                <a:latin typeface="Arial"/>
                <a:ea typeface="Arial"/>
                <a:cs typeface="Arial"/>
              </a:rPr>
              <a:t>[Name 3]</a:t>
            </a:r>
            <a:endParaRPr sz="1250"/>
          </a:p>
        </p:txBody>
      </p:sp>
      <p:sp>
        <p:nvSpPr>
          <p:cNvPr id="17" name="Text 11">
            <a:extLst xmlns:a="http://schemas.openxmlformats.org/drawingml/2006/main">
              <a:ext uri="{FF2B5EF4-FFF2-40B4-BE49-F238E27FC236}">
                <a16:creationId xmlns:a16="http://schemas.microsoft.com/office/drawing/2014/main" id="{70AAE976-5DC0-4774-950C-A7898FF1966E}"/>
              </a:ext>
            </a:extLst>
          </p:cNvPr>
          <p:cNvSpPr>
            <a:spLocks xmlns:a="http://schemas.openxmlformats.org/drawingml/2006/main" noGrp="1"/>
          </p:cNvSpPr>
          <p:nvPr/>
        </p:nvSpPr>
        <p:spPr>
          <a:xfrm xmlns:a="http://schemas.openxmlformats.org/drawingml/2006/main">
            <a:off x="4206240" y="4242816"/>
            <a:ext cx="17830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a:solidFill>
                  <a:srgbClr val="8A94A8"/>
                </a:solidFill>
                <a:latin typeface="Arial"/>
                <a:ea typeface="Arial"/>
                <a:cs typeface="Arial"/>
              </a:rPr>
              <a:t>[Role]</a:t>
            </a:r>
            <a:endParaRPr sz="1100"/>
          </a:p>
        </p:txBody>
      </p:sp>
      <p:pic>
        <p:nvPicPr>
          <p:cNvPr id="51" name="!!avatar4"/>
          <p:cNvPicPr>
            <a:picLocks xmlns:a="http://schemas.openxmlformats.org/drawingml/2006/main" noChangeAspect="1"/>
          </p:cNvPicPr>
          <p:nvPr/>
        </p:nvPicPr>
        <p:blipFill>
          <a:blip xmlns:r="http://schemas.openxmlformats.org/officeDocument/2006/relationships" xmlns:a="http://schemas.openxmlformats.org/drawingml/2006/main" r:embed="R54e1f1e084734d6c"/>
          <a:srcRect xmlns:a="http://schemas.openxmlformats.org/drawingml/2006/main" l="0" t="0" r="0" b="0"/>
          <a:stretch xmlns:a="http://schemas.openxmlformats.org/drawingml/2006/main"/>
        </p:blipFill>
        <p:spPr>
          <a:xfrm xmlns:a="http://schemas.openxmlformats.org/drawingml/2006/main">
            <a:off x="6309360" y="2514600"/>
            <a:ext cx="1234440" cy="1234440"/>
          </a:xfrm>
          <a:prstGeom xmlns:a="http://schemas.openxmlformats.org/drawingml/2006/main" prst="ellipse">
            <a:avLst/>
          </a:prstGeom>
        </p:spPr>
      </p:pic>
      <p:sp>
        <p:nvSpPr>
          <p:cNvPr id="19" name="Text 12">
            <a:extLst xmlns:a="http://schemas.openxmlformats.org/drawingml/2006/main">
              <a:ext uri="{FF2B5EF4-FFF2-40B4-BE49-F238E27FC236}">
                <a16:creationId xmlns:a16="http://schemas.microsoft.com/office/drawing/2014/main" id="{3AB1A7CA-C2B6-409C-A250-0517619CF8F2}"/>
              </a:ext>
            </a:extLst>
          </p:cNvPr>
          <p:cNvSpPr>
            <a:spLocks xmlns:a="http://schemas.openxmlformats.org/drawingml/2006/main" noGrp="1"/>
          </p:cNvSpPr>
          <p:nvPr/>
        </p:nvSpPr>
        <p:spPr>
          <a:xfrm xmlns:a="http://schemas.openxmlformats.org/drawingml/2006/main">
            <a:off x="6035040" y="3950208"/>
            <a:ext cx="17830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EEF2F8"/>
                </a:solidFill>
                <a:latin typeface="Arial"/>
                <a:ea typeface="Arial"/>
                <a:cs typeface="Arial"/>
              </a:rPr>
              <a:t>[Name 4]</a:t>
            </a:r>
            <a:endParaRPr sz="1250"/>
          </a:p>
        </p:txBody>
      </p:sp>
      <p:sp>
        <p:nvSpPr>
          <p:cNvPr id="20" name="Text 13">
            <a:extLst xmlns:a="http://schemas.openxmlformats.org/drawingml/2006/main">
              <a:ext uri="{FF2B5EF4-FFF2-40B4-BE49-F238E27FC236}">
                <a16:creationId xmlns:a16="http://schemas.microsoft.com/office/drawing/2014/main" id="{E8AF2E52-DF00-452D-977F-306F5E75532F}"/>
              </a:ext>
            </a:extLst>
          </p:cNvPr>
          <p:cNvSpPr>
            <a:spLocks xmlns:a="http://schemas.openxmlformats.org/drawingml/2006/main" noGrp="1"/>
          </p:cNvSpPr>
          <p:nvPr/>
        </p:nvSpPr>
        <p:spPr>
          <a:xfrm xmlns:a="http://schemas.openxmlformats.org/drawingml/2006/main">
            <a:off x="6035040" y="4242816"/>
            <a:ext cx="17830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a:solidFill>
                  <a:srgbClr val="8A94A8"/>
                </a:solidFill>
                <a:latin typeface="Arial"/>
                <a:ea typeface="Arial"/>
                <a:cs typeface="Arial"/>
              </a:rPr>
              <a:t>[Role]</a:t>
            </a:r>
            <a:endParaRPr sz="1100"/>
          </a:p>
        </p:txBody>
      </p:sp>
      <p:pic>
        <p:nvPicPr>
          <p:cNvPr id="54" name="!!avatar5"/>
          <p:cNvPicPr>
            <a:picLocks xmlns:a="http://schemas.openxmlformats.org/drawingml/2006/main" noChangeAspect="1"/>
          </p:cNvPicPr>
          <p:nvPr/>
        </p:nvPicPr>
        <p:blipFill>
          <a:blip xmlns:r="http://schemas.openxmlformats.org/officeDocument/2006/relationships" xmlns:a="http://schemas.openxmlformats.org/drawingml/2006/main" r:embed="R54e1f1e084734d6c"/>
          <a:srcRect xmlns:a="http://schemas.openxmlformats.org/drawingml/2006/main" l="0" t="0" r="0" b="0"/>
          <a:stretch xmlns:a="http://schemas.openxmlformats.org/drawingml/2006/main"/>
        </p:blipFill>
        <p:spPr>
          <a:xfrm xmlns:a="http://schemas.openxmlformats.org/drawingml/2006/main">
            <a:off x="8138160" y="2514600"/>
            <a:ext cx="1234440" cy="1234440"/>
          </a:xfrm>
          <a:prstGeom xmlns:a="http://schemas.openxmlformats.org/drawingml/2006/main" prst="ellipse">
            <a:avLst/>
          </a:prstGeom>
        </p:spPr>
      </p:pic>
      <p:sp>
        <p:nvSpPr>
          <p:cNvPr id="22" name="Text 14">
            <a:extLst xmlns:a="http://schemas.openxmlformats.org/drawingml/2006/main">
              <a:ext uri="{FF2B5EF4-FFF2-40B4-BE49-F238E27FC236}">
                <a16:creationId xmlns:a16="http://schemas.microsoft.com/office/drawing/2014/main" id="{89DEF0C3-1B07-4032-88E3-82485D505683}"/>
              </a:ext>
            </a:extLst>
          </p:cNvPr>
          <p:cNvSpPr>
            <a:spLocks xmlns:a="http://schemas.openxmlformats.org/drawingml/2006/main" noGrp="1"/>
          </p:cNvSpPr>
          <p:nvPr/>
        </p:nvSpPr>
        <p:spPr>
          <a:xfrm xmlns:a="http://schemas.openxmlformats.org/drawingml/2006/main">
            <a:off x="7863840" y="3950208"/>
            <a:ext cx="17830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EEF2F8"/>
                </a:solidFill>
                <a:latin typeface="Arial"/>
                <a:ea typeface="Arial"/>
                <a:cs typeface="Arial"/>
              </a:rPr>
              <a:t>[Name 5]</a:t>
            </a:r>
            <a:endParaRPr sz="1250"/>
          </a:p>
        </p:txBody>
      </p:sp>
      <p:sp>
        <p:nvSpPr>
          <p:cNvPr id="23" name="Text 15">
            <a:extLst xmlns:a="http://schemas.openxmlformats.org/drawingml/2006/main">
              <a:ext uri="{FF2B5EF4-FFF2-40B4-BE49-F238E27FC236}">
                <a16:creationId xmlns:a16="http://schemas.microsoft.com/office/drawing/2014/main" id="{6762F76E-EDAB-4111-A2CF-1E30E3B7CD4C}"/>
              </a:ext>
            </a:extLst>
          </p:cNvPr>
          <p:cNvSpPr>
            <a:spLocks xmlns:a="http://schemas.openxmlformats.org/drawingml/2006/main" noGrp="1"/>
          </p:cNvSpPr>
          <p:nvPr/>
        </p:nvSpPr>
        <p:spPr>
          <a:xfrm xmlns:a="http://schemas.openxmlformats.org/drawingml/2006/main">
            <a:off x="7863840" y="4242816"/>
            <a:ext cx="17830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a:solidFill>
                  <a:srgbClr val="8A94A8"/>
                </a:solidFill>
                <a:latin typeface="Arial"/>
                <a:ea typeface="Arial"/>
                <a:cs typeface="Arial"/>
              </a:rPr>
              <a:t>[Role]</a:t>
            </a:r>
            <a:endParaRPr sz="1100"/>
          </a:p>
        </p:txBody>
      </p:sp>
      <p:pic>
        <p:nvPicPr>
          <p:cNvPr id="57" name="!!avatar6"/>
          <p:cNvPicPr>
            <a:picLocks xmlns:a="http://schemas.openxmlformats.org/drawingml/2006/main" noChangeAspect="1"/>
          </p:cNvPicPr>
          <p:nvPr/>
        </p:nvPicPr>
        <p:blipFill>
          <a:blip xmlns:r="http://schemas.openxmlformats.org/officeDocument/2006/relationships" xmlns:a="http://schemas.openxmlformats.org/drawingml/2006/main" r:embed="R54e1f1e084734d6c"/>
          <a:srcRect xmlns:a="http://schemas.openxmlformats.org/drawingml/2006/main" l="0" t="0" r="0" b="0"/>
          <a:stretch xmlns:a="http://schemas.openxmlformats.org/drawingml/2006/main"/>
        </p:blipFill>
        <p:spPr>
          <a:xfrm xmlns:a="http://schemas.openxmlformats.org/drawingml/2006/main">
            <a:off x="9966960" y="2514600"/>
            <a:ext cx="1234440" cy="1234440"/>
          </a:xfrm>
          <a:prstGeom xmlns:a="http://schemas.openxmlformats.org/drawingml/2006/main" prst="ellipse">
            <a:avLst/>
          </a:prstGeom>
        </p:spPr>
      </p:pic>
      <p:sp>
        <p:nvSpPr>
          <p:cNvPr id="25" name="Text 16">
            <a:extLst xmlns:a="http://schemas.openxmlformats.org/drawingml/2006/main">
              <a:ext uri="{FF2B5EF4-FFF2-40B4-BE49-F238E27FC236}">
                <a16:creationId xmlns:a16="http://schemas.microsoft.com/office/drawing/2014/main" id="{7EC89DB5-917D-42D4-9B18-90AF29BB6D3D}"/>
              </a:ext>
            </a:extLst>
          </p:cNvPr>
          <p:cNvSpPr>
            <a:spLocks xmlns:a="http://schemas.openxmlformats.org/drawingml/2006/main" noGrp="1"/>
          </p:cNvSpPr>
          <p:nvPr/>
        </p:nvSpPr>
        <p:spPr>
          <a:xfrm xmlns:a="http://schemas.openxmlformats.org/drawingml/2006/main">
            <a:off x="9692640" y="3950208"/>
            <a:ext cx="17830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EEF2F8"/>
                </a:solidFill>
                <a:latin typeface="Arial"/>
                <a:ea typeface="Arial"/>
                <a:cs typeface="Arial"/>
              </a:rPr>
              <a:t>[Name 6]</a:t>
            </a:r>
            <a:endParaRPr sz="1250"/>
          </a:p>
        </p:txBody>
      </p:sp>
      <p:sp>
        <p:nvSpPr>
          <p:cNvPr id="26" name="Text 17">
            <a:extLst xmlns:a="http://schemas.openxmlformats.org/drawingml/2006/main">
              <a:ext uri="{FF2B5EF4-FFF2-40B4-BE49-F238E27FC236}">
                <a16:creationId xmlns:a16="http://schemas.microsoft.com/office/drawing/2014/main" id="{5A04EA0A-6EF5-4774-A505-CEF22EF2B94F}"/>
              </a:ext>
            </a:extLst>
          </p:cNvPr>
          <p:cNvSpPr>
            <a:spLocks xmlns:a="http://schemas.openxmlformats.org/drawingml/2006/main" noGrp="1"/>
          </p:cNvSpPr>
          <p:nvPr/>
        </p:nvSpPr>
        <p:spPr>
          <a:xfrm xmlns:a="http://schemas.openxmlformats.org/drawingml/2006/main">
            <a:off x="9692640" y="4242816"/>
            <a:ext cx="17830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a:solidFill>
                  <a:srgbClr val="8A94A8"/>
                </a:solidFill>
                <a:latin typeface="Arial"/>
                <a:ea typeface="Arial"/>
                <a:cs typeface="Arial"/>
              </a:rPr>
              <a:t>[Role]</a:t>
            </a:r>
            <a:endParaRPr sz="1100"/>
          </a:p>
        </p:txBody>
      </p:sp>
      <p:sp>
        <p:nvSpPr>
          <p:cNvPr id="27" name="Text 18">
            <a:extLst xmlns:a="http://schemas.openxmlformats.org/drawingml/2006/main">
              <a:ext uri="{FF2B5EF4-FFF2-40B4-BE49-F238E27FC236}">
                <a16:creationId xmlns:a16="http://schemas.microsoft.com/office/drawing/2014/main" id="{9051640A-6C59-477D-84BC-ADE84000549B}"/>
              </a:ext>
            </a:extLst>
          </p:cNvPr>
          <p:cNvSpPr>
            <a:spLocks xmlns:a="http://schemas.openxmlformats.org/drawingml/2006/main" noGrp="1"/>
          </p:cNvSpPr>
          <p:nvPr/>
        </p:nvSpPr>
        <p:spPr>
          <a:xfrm xmlns:a="http://schemas.openxmlformats.org/drawingml/2006/main">
            <a:off x="822960" y="5138928"/>
            <a:ext cx="8686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8A94A8"/>
                </a:solidFill>
                <a:latin typeface="Arial"/>
                <a:ea typeface="Arial"/>
                <a:cs typeface="Arial"/>
              </a:rPr>
              <a:t>[Add one line on why this group is the right one to deliver it.]</a:t>
            </a:r>
            <a:endParaRPr sz="1300"/>
          </a:p>
        </p:txBody>
      </p:sp>
    </p:spTree>
    <p:extLst>
      <p:ext uri="{BB962C8B-B14F-4D97-AF65-F5344CB8AC3E}">
        <p14:creationId xmlns:p14="http://schemas.microsoft.com/office/powerpoint/2010/main" val="1682624827"/>
      </p:ext>
    </p:extLst>
  </p:cSld>
</p:sld>
</file>

<file path=ppt/slides/slide18.xml><?xml version="1.0" encoding="utf-8"?>
<p:sld xmlns:p="http://schemas.openxmlformats.org/presentationml/2006/main">
  <p:cSld>
    <p:bg>
      <p:bgPr>
        <a:blipFill xmlns:a="http://schemas.openxmlformats.org/drawingml/2006/main" rotWithShape="1">
          <a:blip xmlns:r="http://schemas.openxmlformats.org/officeDocument/2006/relationships" r:embed="Ra89e20c4f1df4656">
            <a:lum/>
          </a:blip>
          <a:srcRect l="0" t="0" r="0" b="0"/>
          <a:stretch>
            <a:fillRect l="0" t="0" r="0" b="0"/>
          </a:stretch>
        </a:blipFill>
      </p:bgPr>
    </p:bg>
    <p:spTree>
      <p:nvGrpSpPr>
        <p:cNvPr id="1" name=""/>
        <p:cNvGrpSpPr/>
        <p:nvPr/>
      </p:nvGrpSpPr>
      <p:grpSpPr>
        <a:xfrm xmlns:a="http://schemas.openxmlformats.org/drawingml/2006/main"/>
      </p:grpSpPr>
      <p:pic>
        <p:nvPicPr>
          <p:cNvPr id="26" name="!!orb"/>
          <p:cNvPicPr>
            <a:picLocks xmlns:a="http://schemas.openxmlformats.org/drawingml/2006/main" noChangeAspect="1"/>
          </p:cNvPicPr>
          <p:nvPr/>
        </p:nvPicPr>
        <p:blipFill>
          <a:blip xmlns:r="http://schemas.openxmlformats.org/officeDocument/2006/relationships" xmlns:a="http://schemas.openxmlformats.org/drawingml/2006/main" r:embed="Rb235b801ee51420c"/>
          <a:stretch xmlns:a="http://schemas.openxmlformats.org/drawingml/2006/main">
            <a:fillRect l="0" t="0" r="0" b="0"/>
          </a:stretch>
        </p:blipFill>
        <p:spPr>
          <a:xfrm xmlns:a="http://schemas.openxmlformats.org/drawingml/2006/main">
            <a:off x="7863840" y="3108960"/>
            <a:ext cx="5669280" cy="5669280"/>
          </a:xfrm>
          <a:prstGeom xmlns:a="http://schemas.openxmlformats.org/drawingml/2006/main" prst="rect">
            <a:avLst/>
          </a:prstGeom>
        </p:spPr>
      </p:pic>
      <p:sp>
        <p:nvSpPr>
          <p:cNvPr id="3" name="track">
            <a:extLst xmlns:a="http://schemas.openxmlformats.org/drawingml/2006/main">
              <a:ext uri="{FF2B5EF4-FFF2-40B4-BE49-F238E27FC236}">
                <a16:creationId xmlns:a16="http://schemas.microsoft.com/office/drawing/2014/main" id="{49CA7B59-CEA0-4317-BB63-675DFA59B2B6}"/>
              </a:ext>
            </a:extLst>
          </p:cNvPr>
          <p:cNvSpPr>
            <a:spLocks xmlns:a="http://schemas.openxmlformats.org/drawingml/2006/main" noGrp="1"/>
          </p:cNvSpPr>
          <p:nvPr/>
        </p:nvSpPr>
        <p:spPr>
          <a:xfrm xmlns:a="http://schemas.openxmlformats.org/drawingml/2006/main">
            <a:off x="822960" y="6451092"/>
            <a:ext cx="10545775" cy="16459"/>
          </a:xfrm>
          <a:prstGeom xmlns:a="http://schemas.openxmlformats.org/drawingml/2006/main" prst="rect">
            <a:avLst/>
          </a:prstGeom>
          <a:solidFill xmlns:a="http://schemas.openxmlformats.org/drawingml/2006/main">
            <a:srgbClr val="242C3B"/>
          </a:solidFill>
          <a:ln xmlns:a="http://schemas.openxmlformats.org/drawingml/2006/main" w="12700">
            <a:solidFill>
              <a:srgbClr val="242C3B"/>
            </a:solidFill>
            <a:prstDash val="solid"/>
          </a:ln>
        </p:spPr>
      </p:sp>
      <p:sp>
        <p:nvSpPr>
          <p:cNvPr id="4" name="!!bar">
            <a:extLst xmlns:a="http://schemas.openxmlformats.org/drawingml/2006/main">
              <a:ext uri="{FF2B5EF4-FFF2-40B4-BE49-F238E27FC236}">
                <a16:creationId xmlns:a16="http://schemas.microsoft.com/office/drawing/2014/main" id="{8A1E95D9-3A2E-40F3-BA00-353D61AD2F0E}"/>
              </a:ext>
            </a:extLst>
          </p:cNvPr>
          <p:cNvSpPr>
            <a:spLocks xmlns:a="http://schemas.openxmlformats.org/drawingml/2006/main" noGrp="1"/>
          </p:cNvSpPr>
          <p:nvPr/>
        </p:nvSpPr>
        <p:spPr>
          <a:xfrm xmlns:a="http://schemas.openxmlformats.org/drawingml/2006/main">
            <a:off x="822960" y="6446520"/>
            <a:ext cx="9476120" cy="27432"/>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5" name="!!mark">
            <a:extLst xmlns:a="http://schemas.openxmlformats.org/drawingml/2006/main">
              <a:ext uri="{FF2B5EF4-FFF2-40B4-BE49-F238E27FC236}">
                <a16:creationId xmlns:a16="http://schemas.microsoft.com/office/drawing/2014/main" id="{1028EA4E-45A5-46AB-BDA3-120ED941A21D}"/>
              </a:ext>
            </a:extLst>
          </p:cNvPr>
          <p:cNvSpPr>
            <a:spLocks xmlns:a="http://schemas.openxmlformats.org/drawingml/2006/main" noGrp="1"/>
          </p:cNvSpPr>
          <p:nvPr/>
        </p:nvSpPr>
        <p:spPr>
          <a:xfrm xmlns:a="http://schemas.openxmlformats.org/drawingml/2006/main" rot="2700000">
            <a:off x="822960" y="548640"/>
            <a:ext cx="137160" cy="137160"/>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6" name="!!kicker">
            <a:extLst xmlns:a="http://schemas.openxmlformats.org/drawingml/2006/main">
              <a:ext uri="{FF2B5EF4-FFF2-40B4-BE49-F238E27FC236}">
                <a16:creationId xmlns:a16="http://schemas.microsoft.com/office/drawing/2014/main" id="{F4ACCC7B-F6AE-44F6-B489-33959FCDF039}"/>
              </a:ext>
            </a:extLst>
          </p:cNvPr>
          <p:cNvSpPr>
            <a:spLocks xmlns:a="http://schemas.openxmlformats.org/drawingml/2006/main" noGrp="1"/>
          </p:cNvSpPr>
          <p:nvPr/>
        </p:nvSpPr>
        <p:spPr>
          <a:xfrm xmlns:a="http://schemas.openxmlformats.org/drawingml/2006/main">
            <a:off x="1133856" y="457200"/>
            <a:ext cx="6400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spc="400">
                <a:solidFill>
                  <a:srgbClr val="8A94A8"/>
                </a:solidFill>
                <a:latin typeface="Arial"/>
                <a:ea typeface="Arial"/>
                <a:cs typeface="Arial"/>
              </a:rPr>
              <a:t>WHAT HAPPENS NEXT</a:t>
            </a:r>
            <a:endParaRPr sz="900"/>
          </a:p>
        </p:txBody>
      </p:sp>
      <p:sp>
        <p:nvSpPr>
          <p:cNvPr id="7" name="pageno">
            <a:extLst xmlns:a="http://schemas.openxmlformats.org/drawingml/2006/main">
              <a:ext uri="{FF2B5EF4-FFF2-40B4-BE49-F238E27FC236}">
                <a16:creationId xmlns:a16="http://schemas.microsoft.com/office/drawing/2014/main" id="{4CF0F2FD-CD4E-4E93-9E72-E83824B6F45C}"/>
              </a:ext>
            </a:extLst>
          </p:cNvPr>
          <p:cNvSpPr>
            <a:spLocks xmlns:a="http://schemas.openxmlformats.org/drawingml/2006/main" noGrp="1"/>
          </p:cNvSpPr>
          <p:nvPr/>
        </p:nvSpPr>
        <p:spPr>
          <a:xfrm xmlns:a="http://schemas.openxmlformats.org/drawingml/2006/main">
            <a:off x="9966960" y="457200"/>
            <a:ext cx="139903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spc="200">
                <a:solidFill>
                  <a:srgbClr val="8A94A8"/>
                </a:solidFill>
                <a:latin typeface="Arial"/>
                <a:ea typeface="Arial"/>
                <a:cs typeface="Arial"/>
              </a:rPr>
              <a:t>18 / 20</a:t>
            </a:r>
            <a:endParaRPr sz="900"/>
          </a:p>
        </p:txBody>
      </p:sp>
      <p:sp>
        <p:nvSpPr>
          <p:cNvPr id="8" name="Text 5">
            <a:extLst xmlns:a="http://schemas.openxmlformats.org/drawingml/2006/main">
              <a:ext uri="{FF2B5EF4-FFF2-40B4-BE49-F238E27FC236}">
                <a16:creationId xmlns:a16="http://schemas.microsoft.com/office/drawing/2014/main" id="{A2AFA5A1-0F8A-4C17-8FD4-C18D1087A777}"/>
              </a:ext>
            </a:extLst>
          </p:cNvPr>
          <p:cNvSpPr>
            <a:spLocks xmlns:a="http://schemas.openxmlformats.org/drawingml/2006/main" noGrp="1"/>
          </p:cNvSpPr>
          <p:nvPr/>
        </p:nvSpPr>
        <p:spPr>
          <a:xfrm xmlns:a="http://schemas.openxmlformats.org/drawingml/2006/main">
            <a:off x="822960" y="1097280"/>
            <a:ext cx="868680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nSpc>
                <a:spcPts val="3078"/>
              </a:lnSpc>
              <a:buNone/>
            </a:pPr>
            <a:r>
              <a:rPr sz="2700" b="1">
                <a:solidFill>
                  <a:srgbClr val="EEF2F8"/>
                </a:solidFill>
                <a:latin typeface="Arial"/>
                <a:ea typeface="Arial"/>
                <a:cs typeface="Arial"/>
              </a:rPr>
              <a:t>Three decisions we need from you</a:t>
            </a:r>
            <a:endParaRPr sz="2700"/>
          </a:p>
        </p:txBody>
      </p:sp>
      <p:sp>
        <p:nvSpPr>
          <p:cNvPr id="9" name="!!ask1">
            <a:extLst xmlns:a="http://schemas.openxmlformats.org/drawingml/2006/main">
              <a:ext uri="{FF2B5EF4-FFF2-40B4-BE49-F238E27FC236}">
                <a16:creationId xmlns:a16="http://schemas.microsoft.com/office/drawing/2014/main" id="{61B3EC33-C24E-4A1A-BFBC-6B7DACE75252}"/>
              </a:ext>
            </a:extLst>
          </p:cNvPr>
          <p:cNvSpPr>
            <a:spLocks xmlns:a="http://schemas.openxmlformats.org/drawingml/2006/main" noGrp="1"/>
          </p:cNvSpPr>
          <p:nvPr/>
        </p:nvSpPr>
        <p:spPr>
          <a:xfrm xmlns:a="http://schemas.openxmlformats.org/drawingml/2006/main">
            <a:off x="822960" y="2286000"/>
            <a:ext cx="3200400" cy="3017520"/>
          </a:xfrm>
          <a:prstGeom xmlns:a="http://schemas.openxmlformats.org/drawingml/2006/main" prst="roundRect">
            <a:avLst>
              <a:gd name="adj" fmla="val 3636"/>
            </a:avLst>
          </a:prstGeom>
          <a:solidFill xmlns:a="http://schemas.openxmlformats.org/drawingml/2006/main">
            <a:srgbClr val="151A24">
              <a:alpha val="88000"/>
            </a:srgbClr>
          </a:solidFill>
          <a:ln xmlns:a="http://schemas.openxmlformats.org/drawingml/2006/main" w="12700">
            <a:solidFill>
              <a:srgbClr val="FF6B35"/>
            </a:solidFill>
            <a:prstDash val="solid"/>
          </a:ln>
        </p:spPr>
      </p:sp>
      <p:sp>
        <p:nvSpPr>
          <p:cNvPr id="10" name="Text 7">
            <a:extLst xmlns:a="http://schemas.openxmlformats.org/drawingml/2006/main">
              <a:ext uri="{FF2B5EF4-FFF2-40B4-BE49-F238E27FC236}">
                <a16:creationId xmlns:a16="http://schemas.microsoft.com/office/drawing/2014/main" id="{1E6DBB54-894C-4700-B774-AE83E45A29EA}"/>
              </a:ext>
            </a:extLst>
          </p:cNvPr>
          <p:cNvSpPr>
            <a:spLocks xmlns:a="http://schemas.openxmlformats.org/drawingml/2006/main" noGrp="1"/>
          </p:cNvSpPr>
          <p:nvPr/>
        </p:nvSpPr>
        <p:spPr>
          <a:xfrm xmlns:a="http://schemas.openxmlformats.org/drawingml/2006/main">
            <a:off x="1188720" y="2615184"/>
            <a:ext cx="2468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spc="400">
                <a:solidFill>
                  <a:srgbClr val="FF6B35"/>
                </a:solidFill>
                <a:latin typeface="Arial"/>
                <a:ea typeface="Arial"/>
                <a:cs typeface="Arial"/>
              </a:rPr>
              <a:t>ASK 01</a:t>
            </a:r>
            <a:endParaRPr sz="900"/>
          </a:p>
        </p:txBody>
      </p:sp>
      <p:sp>
        <p:nvSpPr>
          <p:cNvPr id="11" name="Text 8">
            <a:extLst xmlns:a="http://schemas.openxmlformats.org/drawingml/2006/main">
              <a:ext uri="{FF2B5EF4-FFF2-40B4-BE49-F238E27FC236}">
                <a16:creationId xmlns:a16="http://schemas.microsoft.com/office/drawing/2014/main" id="{D4D407F4-2B27-41E9-861C-4FE929E51E00}"/>
              </a:ext>
            </a:extLst>
          </p:cNvPr>
          <p:cNvSpPr>
            <a:spLocks xmlns:a="http://schemas.openxmlformats.org/drawingml/2006/main" noGrp="1"/>
          </p:cNvSpPr>
          <p:nvPr/>
        </p:nvSpPr>
        <p:spPr>
          <a:xfrm xmlns:a="http://schemas.openxmlformats.org/drawingml/2006/main">
            <a:off x="1188720" y="3035808"/>
            <a:ext cx="24688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EEF2F8"/>
                </a:solidFill>
                <a:latin typeface="Arial"/>
                <a:ea typeface="Arial"/>
                <a:cs typeface="Arial"/>
              </a:rPr>
              <a:t>[The decision]</a:t>
            </a:r>
            <a:endParaRPr sz="1700"/>
          </a:p>
        </p:txBody>
      </p:sp>
      <p:sp>
        <p:nvSpPr>
          <p:cNvPr id="12" name="Text 9">
            <a:extLst xmlns:a="http://schemas.openxmlformats.org/drawingml/2006/main">
              <a:ext uri="{FF2B5EF4-FFF2-40B4-BE49-F238E27FC236}">
                <a16:creationId xmlns:a16="http://schemas.microsoft.com/office/drawing/2014/main" id="{EC791DDE-E9AE-48DE-860D-378D93F364FB}"/>
              </a:ext>
            </a:extLst>
          </p:cNvPr>
          <p:cNvSpPr>
            <a:spLocks xmlns:a="http://schemas.openxmlformats.org/drawingml/2006/main" noGrp="1"/>
          </p:cNvSpPr>
          <p:nvPr/>
        </p:nvSpPr>
        <p:spPr>
          <a:xfrm xmlns:a="http://schemas.openxmlformats.org/drawingml/2006/main">
            <a:off x="1188720" y="3529584"/>
            <a:ext cx="246888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900"/>
              </a:lnSpc>
              <a:buNone/>
            </a:pPr>
            <a:r>
              <a:rPr sz="1250">
                <a:solidFill>
                  <a:srgbClr val="8A94A8"/>
                </a:solidFill>
                <a:latin typeface="Arial"/>
                <a:ea typeface="Arial"/>
                <a:cs typeface="Arial"/>
              </a:rPr>
              <a:t>[What you need agreed, and by when.]</a:t>
            </a:r>
            <a:endParaRPr sz="1250"/>
          </a:p>
        </p:txBody>
      </p:sp>
      <p:sp>
        <p:nvSpPr>
          <p:cNvPr id="13" name="Text 10">
            <a:extLst xmlns:a="http://schemas.openxmlformats.org/drawingml/2006/main">
              <a:ext uri="{FF2B5EF4-FFF2-40B4-BE49-F238E27FC236}">
                <a16:creationId xmlns:a16="http://schemas.microsoft.com/office/drawing/2014/main" id="{4ADA4035-0F78-4C2F-BCA2-AF355D9D16D0}"/>
              </a:ext>
            </a:extLst>
          </p:cNvPr>
          <p:cNvSpPr>
            <a:spLocks xmlns:a="http://schemas.openxmlformats.org/drawingml/2006/main" noGrp="1"/>
          </p:cNvSpPr>
          <p:nvPr/>
        </p:nvSpPr>
        <p:spPr>
          <a:xfrm xmlns:a="http://schemas.openxmlformats.org/drawingml/2006/main">
            <a:off x="1188720" y="4718304"/>
            <a:ext cx="24688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spc="100">
                <a:solidFill>
                  <a:srgbClr val="EEF2F8"/>
                </a:solidFill>
                <a:latin typeface="Arial"/>
                <a:ea typeface="Arial"/>
                <a:cs typeface="Arial"/>
              </a:rPr>
              <a:t>[Owner] · [Date]</a:t>
            </a:r>
            <a:endParaRPr sz="1100"/>
          </a:p>
        </p:txBody>
      </p:sp>
      <p:sp>
        <p:nvSpPr>
          <p:cNvPr id="14" name="!!ask2">
            <a:extLst xmlns:a="http://schemas.openxmlformats.org/drawingml/2006/main">
              <a:ext uri="{FF2B5EF4-FFF2-40B4-BE49-F238E27FC236}">
                <a16:creationId xmlns:a16="http://schemas.microsoft.com/office/drawing/2014/main" id="{2074D570-46E4-4C0C-8CC4-F06771B92D5F}"/>
              </a:ext>
            </a:extLst>
          </p:cNvPr>
          <p:cNvSpPr>
            <a:spLocks xmlns:a="http://schemas.openxmlformats.org/drawingml/2006/main" noGrp="1"/>
          </p:cNvSpPr>
          <p:nvPr/>
        </p:nvSpPr>
        <p:spPr>
          <a:xfrm xmlns:a="http://schemas.openxmlformats.org/drawingml/2006/main">
            <a:off x="4494276" y="2286000"/>
            <a:ext cx="3200400" cy="3017520"/>
          </a:xfrm>
          <a:prstGeom xmlns:a="http://schemas.openxmlformats.org/drawingml/2006/main" prst="roundRect">
            <a:avLst>
              <a:gd name="adj" fmla="val 3636"/>
            </a:avLst>
          </a:prstGeom>
          <a:solidFill xmlns:a="http://schemas.openxmlformats.org/drawingml/2006/main">
            <a:srgbClr val="151A24">
              <a:alpha val="88000"/>
            </a:srgbClr>
          </a:solidFill>
          <a:ln xmlns:a="http://schemas.openxmlformats.org/drawingml/2006/main" w="12700">
            <a:solidFill>
              <a:srgbClr val="242C3B"/>
            </a:solidFill>
            <a:prstDash val="solid"/>
          </a:ln>
        </p:spPr>
      </p:sp>
      <p:sp>
        <p:nvSpPr>
          <p:cNvPr id="15" name="Text 12">
            <a:extLst xmlns:a="http://schemas.openxmlformats.org/drawingml/2006/main">
              <a:ext uri="{FF2B5EF4-FFF2-40B4-BE49-F238E27FC236}">
                <a16:creationId xmlns:a16="http://schemas.microsoft.com/office/drawing/2014/main" id="{29919285-E13D-43EF-9155-EDFF1F72A077}"/>
              </a:ext>
            </a:extLst>
          </p:cNvPr>
          <p:cNvSpPr>
            <a:spLocks xmlns:a="http://schemas.openxmlformats.org/drawingml/2006/main" noGrp="1"/>
          </p:cNvSpPr>
          <p:nvPr/>
        </p:nvSpPr>
        <p:spPr>
          <a:xfrm xmlns:a="http://schemas.openxmlformats.org/drawingml/2006/main">
            <a:off x="4860036" y="2615184"/>
            <a:ext cx="2468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spc="400">
                <a:solidFill>
                  <a:srgbClr val="8A94A8"/>
                </a:solidFill>
                <a:latin typeface="Arial"/>
                <a:ea typeface="Arial"/>
                <a:cs typeface="Arial"/>
              </a:rPr>
              <a:t>ASK 02</a:t>
            </a:r>
            <a:endParaRPr sz="900"/>
          </a:p>
        </p:txBody>
      </p:sp>
      <p:sp>
        <p:nvSpPr>
          <p:cNvPr id="16" name="Text 13">
            <a:extLst xmlns:a="http://schemas.openxmlformats.org/drawingml/2006/main">
              <a:ext uri="{FF2B5EF4-FFF2-40B4-BE49-F238E27FC236}">
                <a16:creationId xmlns:a16="http://schemas.microsoft.com/office/drawing/2014/main" id="{94EFB951-D14D-44BE-B454-C5B20845C816}"/>
              </a:ext>
            </a:extLst>
          </p:cNvPr>
          <p:cNvSpPr>
            <a:spLocks xmlns:a="http://schemas.openxmlformats.org/drawingml/2006/main" noGrp="1"/>
          </p:cNvSpPr>
          <p:nvPr/>
        </p:nvSpPr>
        <p:spPr>
          <a:xfrm xmlns:a="http://schemas.openxmlformats.org/drawingml/2006/main">
            <a:off x="4860036" y="3035808"/>
            <a:ext cx="24688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EEF2F8"/>
                </a:solidFill>
                <a:latin typeface="Arial"/>
                <a:ea typeface="Arial"/>
                <a:cs typeface="Arial"/>
              </a:rPr>
              <a:t>[The decision]</a:t>
            </a:r>
            <a:endParaRPr sz="1700"/>
          </a:p>
        </p:txBody>
      </p:sp>
      <p:sp>
        <p:nvSpPr>
          <p:cNvPr id="17" name="Text 14">
            <a:extLst xmlns:a="http://schemas.openxmlformats.org/drawingml/2006/main">
              <a:ext uri="{FF2B5EF4-FFF2-40B4-BE49-F238E27FC236}">
                <a16:creationId xmlns:a16="http://schemas.microsoft.com/office/drawing/2014/main" id="{AD945DFC-40D6-4161-8605-28E48131F4BA}"/>
              </a:ext>
            </a:extLst>
          </p:cNvPr>
          <p:cNvSpPr>
            <a:spLocks xmlns:a="http://schemas.openxmlformats.org/drawingml/2006/main" noGrp="1"/>
          </p:cNvSpPr>
          <p:nvPr/>
        </p:nvSpPr>
        <p:spPr>
          <a:xfrm xmlns:a="http://schemas.openxmlformats.org/drawingml/2006/main">
            <a:off x="4860036" y="3529584"/>
            <a:ext cx="246888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900"/>
              </a:lnSpc>
              <a:buNone/>
            </a:pPr>
            <a:r>
              <a:rPr sz="1250">
                <a:solidFill>
                  <a:srgbClr val="8A94A8"/>
                </a:solidFill>
                <a:latin typeface="Arial"/>
                <a:ea typeface="Arial"/>
                <a:cs typeface="Arial"/>
              </a:rPr>
              <a:t>[What you need agreed, and by when.]</a:t>
            </a:r>
            <a:endParaRPr sz="1250"/>
          </a:p>
        </p:txBody>
      </p:sp>
      <p:sp>
        <p:nvSpPr>
          <p:cNvPr id="18" name="Text 15">
            <a:extLst xmlns:a="http://schemas.openxmlformats.org/drawingml/2006/main">
              <a:ext uri="{FF2B5EF4-FFF2-40B4-BE49-F238E27FC236}">
                <a16:creationId xmlns:a16="http://schemas.microsoft.com/office/drawing/2014/main" id="{9EA118A0-19F0-4EC0-A815-AE4341EB42DA}"/>
              </a:ext>
            </a:extLst>
          </p:cNvPr>
          <p:cNvSpPr>
            <a:spLocks xmlns:a="http://schemas.openxmlformats.org/drawingml/2006/main" noGrp="1"/>
          </p:cNvSpPr>
          <p:nvPr/>
        </p:nvSpPr>
        <p:spPr>
          <a:xfrm xmlns:a="http://schemas.openxmlformats.org/drawingml/2006/main">
            <a:off x="4860036" y="4718304"/>
            <a:ext cx="24688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spc="100">
                <a:solidFill>
                  <a:srgbClr val="EEF2F8"/>
                </a:solidFill>
                <a:latin typeface="Arial"/>
                <a:ea typeface="Arial"/>
                <a:cs typeface="Arial"/>
              </a:rPr>
              <a:t>[Owner] · [Date]</a:t>
            </a:r>
            <a:endParaRPr sz="1100"/>
          </a:p>
        </p:txBody>
      </p:sp>
      <p:sp>
        <p:nvSpPr>
          <p:cNvPr id="19" name="!!ask3">
            <a:extLst xmlns:a="http://schemas.openxmlformats.org/drawingml/2006/main">
              <a:ext uri="{FF2B5EF4-FFF2-40B4-BE49-F238E27FC236}">
                <a16:creationId xmlns:a16="http://schemas.microsoft.com/office/drawing/2014/main" id="{F066C0FD-0E76-4255-A561-EFC3C48D236C}"/>
              </a:ext>
            </a:extLst>
          </p:cNvPr>
          <p:cNvSpPr>
            <a:spLocks xmlns:a="http://schemas.openxmlformats.org/drawingml/2006/main" noGrp="1"/>
          </p:cNvSpPr>
          <p:nvPr/>
        </p:nvSpPr>
        <p:spPr>
          <a:xfrm xmlns:a="http://schemas.openxmlformats.org/drawingml/2006/main">
            <a:off x="8165592" y="2286000"/>
            <a:ext cx="3200400" cy="3017520"/>
          </a:xfrm>
          <a:prstGeom xmlns:a="http://schemas.openxmlformats.org/drawingml/2006/main" prst="roundRect">
            <a:avLst>
              <a:gd name="adj" fmla="val 3636"/>
            </a:avLst>
          </a:prstGeom>
          <a:solidFill xmlns:a="http://schemas.openxmlformats.org/drawingml/2006/main">
            <a:srgbClr val="151A24">
              <a:alpha val="88000"/>
            </a:srgbClr>
          </a:solidFill>
          <a:ln xmlns:a="http://schemas.openxmlformats.org/drawingml/2006/main" w="12700">
            <a:solidFill>
              <a:srgbClr val="242C3B"/>
            </a:solidFill>
            <a:prstDash val="solid"/>
          </a:ln>
        </p:spPr>
      </p:sp>
      <p:sp>
        <p:nvSpPr>
          <p:cNvPr id="20" name="Text 17">
            <a:extLst xmlns:a="http://schemas.openxmlformats.org/drawingml/2006/main">
              <a:ext uri="{FF2B5EF4-FFF2-40B4-BE49-F238E27FC236}">
                <a16:creationId xmlns:a16="http://schemas.microsoft.com/office/drawing/2014/main" id="{0C08AC4E-D38E-421C-8675-AD1DB0CC71B2}"/>
              </a:ext>
            </a:extLst>
          </p:cNvPr>
          <p:cNvSpPr>
            <a:spLocks xmlns:a="http://schemas.openxmlformats.org/drawingml/2006/main" noGrp="1"/>
          </p:cNvSpPr>
          <p:nvPr/>
        </p:nvSpPr>
        <p:spPr>
          <a:xfrm xmlns:a="http://schemas.openxmlformats.org/drawingml/2006/main">
            <a:off x="8531352" y="2615184"/>
            <a:ext cx="2468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spc="400">
                <a:solidFill>
                  <a:srgbClr val="8A94A8"/>
                </a:solidFill>
                <a:latin typeface="Arial"/>
                <a:ea typeface="Arial"/>
                <a:cs typeface="Arial"/>
              </a:rPr>
              <a:t>ASK 03</a:t>
            </a:r>
            <a:endParaRPr sz="900"/>
          </a:p>
        </p:txBody>
      </p:sp>
      <p:sp>
        <p:nvSpPr>
          <p:cNvPr id="21" name="Text 18">
            <a:extLst xmlns:a="http://schemas.openxmlformats.org/drawingml/2006/main">
              <a:ext uri="{FF2B5EF4-FFF2-40B4-BE49-F238E27FC236}">
                <a16:creationId xmlns:a16="http://schemas.microsoft.com/office/drawing/2014/main" id="{C27DA205-26E8-4A1E-900E-D9813705F1CF}"/>
              </a:ext>
            </a:extLst>
          </p:cNvPr>
          <p:cNvSpPr>
            <a:spLocks xmlns:a="http://schemas.openxmlformats.org/drawingml/2006/main" noGrp="1"/>
          </p:cNvSpPr>
          <p:nvPr/>
        </p:nvSpPr>
        <p:spPr>
          <a:xfrm xmlns:a="http://schemas.openxmlformats.org/drawingml/2006/main">
            <a:off x="8531352" y="3035808"/>
            <a:ext cx="24688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EEF2F8"/>
                </a:solidFill>
                <a:latin typeface="Arial"/>
                <a:ea typeface="Arial"/>
                <a:cs typeface="Arial"/>
              </a:rPr>
              <a:t>[The decision]</a:t>
            </a:r>
            <a:endParaRPr sz="1700"/>
          </a:p>
        </p:txBody>
      </p:sp>
      <p:sp>
        <p:nvSpPr>
          <p:cNvPr id="22" name="Text 19">
            <a:extLst xmlns:a="http://schemas.openxmlformats.org/drawingml/2006/main">
              <a:ext uri="{FF2B5EF4-FFF2-40B4-BE49-F238E27FC236}">
                <a16:creationId xmlns:a16="http://schemas.microsoft.com/office/drawing/2014/main" id="{AD04B193-A184-43CF-AF78-6B823A3A3900}"/>
              </a:ext>
            </a:extLst>
          </p:cNvPr>
          <p:cNvSpPr>
            <a:spLocks xmlns:a="http://schemas.openxmlformats.org/drawingml/2006/main" noGrp="1"/>
          </p:cNvSpPr>
          <p:nvPr/>
        </p:nvSpPr>
        <p:spPr>
          <a:xfrm xmlns:a="http://schemas.openxmlformats.org/drawingml/2006/main">
            <a:off x="8531352" y="3529584"/>
            <a:ext cx="246888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900"/>
              </a:lnSpc>
              <a:buNone/>
            </a:pPr>
            <a:r>
              <a:rPr sz="1250">
                <a:solidFill>
                  <a:srgbClr val="8A94A8"/>
                </a:solidFill>
                <a:latin typeface="Arial"/>
                <a:ea typeface="Arial"/>
                <a:cs typeface="Arial"/>
              </a:rPr>
              <a:t>[What you need agreed, and by when.]</a:t>
            </a:r>
            <a:endParaRPr sz="1250"/>
          </a:p>
        </p:txBody>
      </p:sp>
      <p:sp>
        <p:nvSpPr>
          <p:cNvPr id="23" name="Text 20">
            <a:extLst xmlns:a="http://schemas.openxmlformats.org/drawingml/2006/main">
              <a:ext uri="{FF2B5EF4-FFF2-40B4-BE49-F238E27FC236}">
                <a16:creationId xmlns:a16="http://schemas.microsoft.com/office/drawing/2014/main" id="{1084782E-E1A8-41DA-852B-8F5C3AD42A80}"/>
              </a:ext>
            </a:extLst>
          </p:cNvPr>
          <p:cNvSpPr>
            <a:spLocks xmlns:a="http://schemas.openxmlformats.org/drawingml/2006/main" noGrp="1"/>
          </p:cNvSpPr>
          <p:nvPr/>
        </p:nvSpPr>
        <p:spPr>
          <a:xfrm xmlns:a="http://schemas.openxmlformats.org/drawingml/2006/main">
            <a:off x="8531352" y="4718304"/>
            <a:ext cx="24688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spc="100">
                <a:solidFill>
                  <a:srgbClr val="EEF2F8"/>
                </a:solidFill>
                <a:latin typeface="Arial"/>
                <a:ea typeface="Arial"/>
                <a:cs typeface="Arial"/>
              </a:rPr>
              <a:t>[Owner] · [Date]</a:t>
            </a:r>
            <a:endParaRPr sz="1100"/>
          </a:p>
        </p:txBody>
      </p:sp>
      <p:sp>
        <p:nvSpPr>
          <p:cNvPr id="24" name="!!close">
            <a:extLst xmlns:a="http://schemas.openxmlformats.org/drawingml/2006/main">
              <a:ext uri="{FF2B5EF4-FFF2-40B4-BE49-F238E27FC236}">
                <a16:creationId xmlns:a16="http://schemas.microsoft.com/office/drawing/2014/main" id="{6DA2D342-CDE5-46AD-9912-92964340E0D8}"/>
              </a:ext>
            </a:extLst>
          </p:cNvPr>
          <p:cNvSpPr>
            <a:spLocks xmlns:a="http://schemas.openxmlformats.org/drawingml/2006/main" noGrp="1"/>
          </p:cNvSpPr>
          <p:nvPr/>
        </p:nvSpPr>
        <p:spPr>
          <a:xfrm xmlns:a="http://schemas.openxmlformats.org/drawingml/2006/main">
            <a:off x="822960" y="5705856"/>
            <a:ext cx="457200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8A94A8"/>
                </a:solidFill>
                <a:latin typeface="Arial"/>
                <a:ea typeface="Arial"/>
                <a:cs typeface="Arial"/>
              </a:rPr>
              <a:t>Thank you</a:t>
            </a:r>
            <a:endParaRPr sz="1500"/>
          </a:p>
        </p:txBody>
      </p:sp>
    </p:spTree>
    <p:extLst>
      <p:ext uri="{BB962C8B-B14F-4D97-AF65-F5344CB8AC3E}">
        <p14:creationId xmlns:p14="http://schemas.microsoft.com/office/powerpoint/2010/main" val="587758105"/>
      </p:ext>
    </p:extLst>
  </p:cSld>
</p:sld>
</file>

<file path=ppt/slides/slide19.xml><?xml version="1.0" encoding="utf-8"?>
<p:sld xmlns:p="http://schemas.openxmlformats.org/presentationml/2006/main">
  <p:cSld>
    <p:bg>
      <p:bgPr>
        <a:blipFill xmlns:a="http://schemas.openxmlformats.org/drawingml/2006/main" rotWithShape="1">
          <a:blip xmlns:r="http://schemas.openxmlformats.org/officeDocument/2006/relationships" r:embed="R28972eaaa4ac42df">
            <a:lum/>
          </a:blip>
          <a:srcRect l="0" t="0" r="0" b="0"/>
          <a:stretch>
            <a:fillRect l="0" t="0" r="0" b="0"/>
          </a:stretch>
        </a:blipFill>
      </p:bgPr>
    </p:bg>
    <p:spTree>
      <p:nvGrpSpPr>
        <p:cNvPr id="1" name=""/>
        <p:cNvGrpSpPr/>
        <p:nvPr/>
      </p:nvGrpSpPr>
      <p:grpSpPr>
        <a:xfrm xmlns:a="http://schemas.openxmlformats.org/drawingml/2006/main"/>
      </p:grpSpPr>
      <p:pic>
        <p:nvPicPr>
          <p:cNvPr id="14" name="!!orb"/>
          <p:cNvPicPr>
            <a:picLocks xmlns:a="http://schemas.openxmlformats.org/drawingml/2006/main" noChangeAspect="1"/>
          </p:cNvPicPr>
          <p:nvPr/>
        </p:nvPicPr>
        <p:blipFill>
          <a:blip xmlns:r="http://schemas.openxmlformats.org/officeDocument/2006/relationships" xmlns:a="http://schemas.openxmlformats.org/drawingml/2006/main" r:embed="R455f90e6b86c4db6"/>
          <a:stretch xmlns:a="http://schemas.openxmlformats.org/drawingml/2006/main">
            <a:fillRect l="0" t="0" r="0" b="0"/>
          </a:stretch>
        </p:blipFill>
        <p:spPr>
          <a:xfrm xmlns:a="http://schemas.openxmlformats.org/drawingml/2006/main">
            <a:off x="2286000" y="-822960"/>
            <a:ext cx="7680960" cy="7680960"/>
          </a:xfrm>
          <a:prstGeom xmlns:a="http://schemas.openxmlformats.org/drawingml/2006/main" prst="rect">
            <a:avLst/>
          </a:prstGeom>
        </p:spPr>
      </p:pic>
      <p:pic>
        <p:nvPicPr>
          <p:cNvPr id="15" name="!!orb2"/>
          <p:cNvPicPr>
            <a:picLocks xmlns:a="http://schemas.openxmlformats.org/drawingml/2006/main" noChangeAspect="1"/>
          </p:cNvPicPr>
          <p:nvPr/>
        </p:nvPicPr>
        <p:blipFill>
          <a:blip xmlns:r="http://schemas.openxmlformats.org/officeDocument/2006/relationships" xmlns:a="http://schemas.openxmlformats.org/drawingml/2006/main" r:embed="R307331057f1c4cbb"/>
          <a:stretch xmlns:a="http://schemas.openxmlformats.org/drawingml/2006/main">
            <a:fillRect l="0" t="0" r="0" b="0"/>
          </a:stretch>
        </p:blipFill>
        <p:spPr>
          <a:xfrm xmlns:a="http://schemas.openxmlformats.org/drawingml/2006/main">
            <a:off x="7132320" y="3657600"/>
            <a:ext cx="5120640" cy="5120640"/>
          </a:xfrm>
          <a:prstGeom xmlns:a="http://schemas.openxmlformats.org/drawingml/2006/main" prst="rect">
            <a:avLst/>
          </a:prstGeom>
        </p:spPr>
      </p:pic>
      <p:sp>
        <p:nvSpPr>
          <p:cNvPr id="4" name="track">
            <a:extLst xmlns:a="http://schemas.openxmlformats.org/drawingml/2006/main">
              <a:ext uri="{FF2B5EF4-FFF2-40B4-BE49-F238E27FC236}">
                <a16:creationId xmlns:a16="http://schemas.microsoft.com/office/drawing/2014/main" id="{F41E1225-FEA7-4AD5-94C1-01C5CBD72520}"/>
              </a:ext>
            </a:extLst>
          </p:cNvPr>
          <p:cNvSpPr>
            <a:spLocks xmlns:a="http://schemas.openxmlformats.org/drawingml/2006/main" noGrp="1"/>
          </p:cNvSpPr>
          <p:nvPr/>
        </p:nvSpPr>
        <p:spPr>
          <a:xfrm xmlns:a="http://schemas.openxmlformats.org/drawingml/2006/main">
            <a:off x="822960" y="6451092"/>
            <a:ext cx="10545775" cy="16459"/>
          </a:xfrm>
          <a:prstGeom xmlns:a="http://schemas.openxmlformats.org/drawingml/2006/main" prst="rect">
            <a:avLst/>
          </a:prstGeom>
          <a:solidFill xmlns:a="http://schemas.openxmlformats.org/drawingml/2006/main">
            <a:srgbClr val="242C3B"/>
          </a:solidFill>
          <a:ln xmlns:a="http://schemas.openxmlformats.org/drawingml/2006/main" w="12700">
            <a:solidFill>
              <a:srgbClr val="242C3B"/>
            </a:solidFill>
            <a:prstDash val="solid"/>
          </a:ln>
        </p:spPr>
      </p:sp>
      <p:sp>
        <p:nvSpPr>
          <p:cNvPr id="5" name="!!bar">
            <a:extLst xmlns:a="http://schemas.openxmlformats.org/drawingml/2006/main">
              <a:ext uri="{FF2B5EF4-FFF2-40B4-BE49-F238E27FC236}">
                <a16:creationId xmlns:a16="http://schemas.microsoft.com/office/drawing/2014/main" id="{95685463-9E80-4896-9046-63B8DBC92F90}"/>
              </a:ext>
            </a:extLst>
          </p:cNvPr>
          <p:cNvSpPr>
            <a:spLocks xmlns:a="http://schemas.openxmlformats.org/drawingml/2006/main" noGrp="1"/>
          </p:cNvSpPr>
          <p:nvPr/>
        </p:nvSpPr>
        <p:spPr>
          <a:xfrm xmlns:a="http://schemas.openxmlformats.org/drawingml/2006/main">
            <a:off x="822960" y="6446520"/>
            <a:ext cx="10010947" cy="27432"/>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6" name="!!mark">
            <a:extLst xmlns:a="http://schemas.openxmlformats.org/drawingml/2006/main">
              <a:ext uri="{FF2B5EF4-FFF2-40B4-BE49-F238E27FC236}">
                <a16:creationId xmlns:a16="http://schemas.microsoft.com/office/drawing/2014/main" id="{7A523FDC-319C-4D84-BCBB-2193255C038B}"/>
              </a:ext>
            </a:extLst>
          </p:cNvPr>
          <p:cNvSpPr>
            <a:spLocks xmlns:a="http://schemas.openxmlformats.org/drawingml/2006/main" noGrp="1"/>
          </p:cNvSpPr>
          <p:nvPr/>
        </p:nvSpPr>
        <p:spPr>
          <a:xfrm xmlns:a="http://schemas.openxmlformats.org/drawingml/2006/main" rot="2700000">
            <a:off x="822960" y="548640"/>
            <a:ext cx="137160" cy="137160"/>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7" name="!!kicker">
            <a:extLst xmlns:a="http://schemas.openxmlformats.org/drawingml/2006/main">
              <a:ext uri="{FF2B5EF4-FFF2-40B4-BE49-F238E27FC236}">
                <a16:creationId xmlns:a16="http://schemas.microsoft.com/office/drawing/2014/main" id="{C0552F71-9B3C-43F7-896D-5938CDF2DD9B}"/>
              </a:ext>
            </a:extLst>
          </p:cNvPr>
          <p:cNvSpPr>
            <a:spLocks xmlns:a="http://schemas.openxmlformats.org/drawingml/2006/main" noGrp="1"/>
          </p:cNvSpPr>
          <p:nvPr/>
        </p:nvSpPr>
        <p:spPr>
          <a:xfrm xmlns:a="http://schemas.openxmlformats.org/drawingml/2006/main">
            <a:off x="1133856" y="457200"/>
            <a:ext cx="6400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spc="400">
                <a:solidFill>
                  <a:srgbClr val="8A94A8"/>
                </a:solidFill>
                <a:latin typeface="Arial"/>
                <a:ea typeface="Arial"/>
                <a:cs typeface="Arial"/>
              </a:rPr>
              <a:t>CLOSING</a:t>
            </a:r>
            <a:endParaRPr sz="900"/>
          </a:p>
        </p:txBody>
      </p:sp>
      <p:sp>
        <p:nvSpPr>
          <p:cNvPr id="8" name="pageno">
            <a:extLst xmlns:a="http://schemas.openxmlformats.org/drawingml/2006/main">
              <a:ext uri="{FF2B5EF4-FFF2-40B4-BE49-F238E27FC236}">
                <a16:creationId xmlns:a16="http://schemas.microsoft.com/office/drawing/2014/main" id="{0A5890FC-0168-4A86-A8C3-A561FBCD064D}"/>
              </a:ext>
            </a:extLst>
          </p:cNvPr>
          <p:cNvSpPr>
            <a:spLocks xmlns:a="http://schemas.openxmlformats.org/drawingml/2006/main" noGrp="1"/>
          </p:cNvSpPr>
          <p:nvPr/>
        </p:nvSpPr>
        <p:spPr>
          <a:xfrm xmlns:a="http://schemas.openxmlformats.org/drawingml/2006/main">
            <a:off x="9966960" y="457200"/>
            <a:ext cx="139903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spc="200">
                <a:solidFill>
                  <a:srgbClr val="8A94A8"/>
                </a:solidFill>
                <a:latin typeface="Arial"/>
                <a:ea typeface="Arial"/>
                <a:cs typeface="Arial"/>
              </a:rPr>
              <a:t>19 / 20</a:t>
            </a:r>
            <a:endParaRPr sz="900"/>
          </a:p>
        </p:txBody>
      </p:sp>
      <p:sp>
        <p:nvSpPr>
          <p:cNvPr id="9" name="!!close">
            <a:extLst xmlns:a="http://schemas.openxmlformats.org/drawingml/2006/main">
              <a:ext uri="{FF2B5EF4-FFF2-40B4-BE49-F238E27FC236}">
                <a16:creationId xmlns:a16="http://schemas.microsoft.com/office/drawing/2014/main" id="{4C134F14-4BD4-4A2A-87A4-3E60ADC56407}"/>
              </a:ext>
            </a:extLst>
          </p:cNvPr>
          <p:cNvSpPr>
            <a:spLocks xmlns:a="http://schemas.openxmlformats.org/drawingml/2006/main" noGrp="1"/>
          </p:cNvSpPr>
          <p:nvPr/>
        </p:nvSpPr>
        <p:spPr>
          <a:xfrm xmlns:a="http://schemas.openxmlformats.org/drawingml/2006/main">
            <a:off x="822960" y="2331720"/>
            <a:ext cx="10545775"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200" b="1" spc="-200">
                <a:solidFill>
                  <a:srgbClr val="EEF2F8"/>
                </a:solidFill>
                <a:latin typeface="Arial"/>
                <a:ea typeface="Arial"/>
                <a:cs typeface="Arial"/>
              </a:rPr>
              <a:t>Thank you</a:t>
            </a:r>
            <a:endParaRPr sz="9200"/>
          </a:p>
        </p:txBody>
      </p:sp>
      <p:sp>
        <p:nvSpPr>
          <p:cNvPr id="10" name="Text 6">
            <a:extLst xmlns:a="http://schemas.openxmlformats.org/drawingml/2006/main">
              <a:ext uri="{FF2B5EF4-FFF2-40B4-BE49-F238E27FC236}">
                <a16:creationId xmlns:a16="http://schemas.microsoft.com/office/drawing/2014/main" id="{A47E9321-B26E-4E3F-8F53-7C08AE6A94CE}"/>
              </a:ext>
            </a:extLst>
          </p:cNvPr>
          <p:cNvSpPr>
            <a:spLocks xmlns:a="http://schemas.openxmlformats.org/drawingml/2006/main" noGrp="1"/>
          </p:cNvSpPr>
          <p:nvPr/>
        </p:nvSpPr>
        <p:spPr>
          <a:xfrm xmlns:a="http://schemas.openxmlformats.org/drawingml/2006/main">
            <a:off x="2194560" y="4224528"/>
            <a:ext cx="7799832"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2300"/>
              </a:lnSpc>
              <a:buNone/>
            </a:pPr>
            <a:r>
              <a:rPr sz="1500">
                <a:solidFill>
                  <a:srgbClr val="8A94A8"/>
                </a:solidFill>
                <a:latin typeface="Arial"/>
                <a:ea typeface="Arial"/>
                <a:cs typeface="Arial"/>
              </a:rPr>
              <a:t>[Name the people and partners you are thanking, and the one thing they made possible.]</a:t>
            </a:r>
            <a:endParaRPr sz="1500"/>
          </a:p>
        </p:txBody>
      </p:sp>
      <p:sp>
        <p:nvSpPr>
          <p:cNvPr id="11" name="Text 7">
            <a:extLst xmlns:a="http://schemas.openxmlformats.org/drawingml/2006/main">
              <a:ext uri="{FF2B5EF4-FFF2-40B4-BE49-F238E27FC236}">
                <a16:creationId xmlns:a16="http://schemas.microsoft.com/office/drawing/2014/main" id="{AFE89EA1-350C-4B2F-8D3F-D6537FD1EB46}"/>
              </a:ext>
            </a:extLst>
          </p:cNvPr>
          <p:cNvSpPr>
            <a:spLocks xmlns:a="http://schemas.openxmlformats.org/drawingml/2006/main" noGrp="1"/>
          </p:cNvSpPr>
          <p:nvPr/>
        </p:nvSpPr>
        <p:spPr>
          <a:xfrm xmlns:a="http://schemas.openxmlformats.org/drawingml/2006/main">
            <a:off x="822960" y="5212080"/>
            <a:ext cx="10545775"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spc="600">
                <a:solidFill>
                  <a:srgbClr val="FF6B35"/>
                </a:solidFill>
                <a:latin typeface="Arial"/>
                <a:ea typeface="Arial"/>
                <a:cs typeface="Arial"/>
              </a:rPr>
              <a:t>[YOUR ORGANISATION]</a:t>
            </a:r>
            <a:endParaRPr sz="1000"/>
          </a:p>
        </p:txBody>
      </p:sp>
    </p:spTree>
    <p:extLst>
      <p:ext uri="{BB962C8B-B14F-4D97-AF65-F5344CB8AC3E}">
        <p14:creationId xmlns:p14="http://schemas.microsoft.com/office/powerpoint/2010/main" val="551147982"/>
      </p:ext>
    </p:extLst>
  </p:cSld>
</p:sld>
</file>

<file path=ppt/slides/slide20.xml><?xml version="1.0" encoding="utf-8"?>
<p:sld xmlns:p="http://schemas.openxmlformats.org/presentationml/2006/main">
  <p:cSld>
    <p:bg>
      <p:bgPr>
        <a:blipFill xmlns:a="http://schemas.openxmlformats.org/drawingml/2006/main" rotWithShape="1">
          <a:blip xmlns:r="http://schemas.openxmlformats.org/officeDocument/2006/relationships" r:embed="Rcb726d1383e34811">
            <a:lum/>
          </a:blip>
          <a:srcRect l="0" t="0" r="0" b="0"/>
          <a:stretch>
            <a:fillRect l="0" t="0" r="0" b="0"/>
          </a:stretch>
        </a:blipFill>
      </p:bgPr>
    </p:bg>
    <p:spTree>
      <p:nvGrpSpPr>
        <p:cNvPr id="1" name=""/>
        <p:cNvGrpSpPr/>
        <p:nvPr/>
      </p:nvGrpSpPr>
      <p:grpSpPr>
        <a:xfrm xmlns:a="http://schemas.openxmlformats.org/drawingml/2006/main"/>
      </p:grpSpPr>
      <p:pic>
        <p:nvPicPr>
          <p:cNvPr id="23" name="!!orb"/>
          <p:cNvPicPr>
            <a:picLocks xmlns:a="http://schemas.openxmlformats.org/drawingml/2006/main" noChangeAspect="1"/>
          </p:cNvPicPr>
          <p:nvPr/>
        </p:nvPicPr>
        <p:blipFill>
          <a:blip xmlns:r="http://schemas.openxmlformats.org/officeDocument/2006/relationships" xmlns:a="http://schemas.openxmlformats.org/drawingml/2006/main" r:embed="Rd697874af5754d2b"/>
          <a:stretch xmlns:a="http://schemas.openxmlformats.org/drawingml/2006/main">
            <a:fillRect l="0" t="0" r="0" b="0"/>
          </a:stretch>
        </p:blipFill>
        <p:spPr>
          <a:xfrm xmlns:a="http://schemas.openxmlformats.org/drawingml/2006/main">
            <a:off x="6949440" y="-1645920"/>
            <a:ext cx="6035040" cy="6035040"/>
          </a:xfrm>
          <a:prstGeom xmlns:a="http://schemas.openxmlformats.org/drawingml/2006/main" prst="rect">
            <a:avLst/>
          </a:prstGeom>
        </p:spPr>
      </p:pic>
      <p:pic>
        <p:nvPicPr>
          <p:cNvPr id="24" name="!!orb2"/>
          <p:cNvPicPr>
            <a:picLocks xmlns:a="http://schemas.openxmlformats.org/drawingml/2006/main" noChangeAspect="1"/>
          </p:cNvPicPr>
          <p:nvPr/>
        </p:nvPicPr>
        <p:blipFill>
          <a:blip xmlns:r="http://schemas.openxmlformats.org/officeDocument/2006/relationships" xmlns:a="http://schemas.openxmlformats.org/drawingml/2006/main" r:embed="R3162726aaba44a7c"/>
          <a:stretch xmlns:a="http://schemas.openxmlformats.org/drawingml/2006/main">
            <a:fillRect l="0" t="0" r="0" b="0"/>
          </a:stretch>
        </p:blipFill>
        <p:spPr>
          <a:xfrm xmlns:a="http://schemas.openxmlformats.org/drawingml/2006/main">
            <a:off x="-2011680" y="4389120"/>
            <a:ext cx="4754880" cy="4754880"/>
          </a:xfrm>
          <a:prstGeom xmlns:a="http://schemas.openxmlformats.org/drawingml/2006/main" prst="rect">
            <a:avLst/>
          </a:prstGeom>
        </p:spPr>
      </p:pic>
      <p:sp>
        <p:nvSpPr>
          <p:cNvPr id="4" name="track">
            <a:extLst xmlns:a="http://schemas.openxmlformats.org/drawingml/2006/main">
              <a:ext uri="{FF2B5EF4-FFF2-40B4-BE49-F238E27FC236}">
                <a16:creationId xmlns:a16="http://schemas.microsoft.com/office/drawing/2014/main" id="{5645D8E5-DC1E-479C-A8DD-9724B704B754}"/>
              </a:ext>
            </a:extLst>
          </p:cNvPr>
          <p:cNvSpPr>
            <a:spLocks xmlns:a="http://schemas.openxmlformats.org/drawingml/2006/main" noGrp="1"/>
          </p:cNvSpPr>
          <p:nvPr/>
        </p:nvSpPr>
        <p:spPr>
          <a:xfrm xmlns:a="http://schemas.openxmlformats.org/drawingml/2006/main">
            <a:off x="822960" y="6451092"/>
            <a:ext cx="10545775" cy="16459"/>
          </a:xfrm>
          <a:prstGeom xmlns:a="http://schemas.openxmlformats.org/drawingml/2006/main" prst="rect">
            <a:avLst/>
          </a:prstGeom>
          <a:solidFill xmlns:a="http://schemas.openxmlformats.org/drawingml/2006/main">
            <a:srgbClr val="242C3B"/>
          </a:solidFill>
          <a:ln xmlns:a="http://schemas.openxmlformats.org/drawingml/2006/main" w="12700">
            <a:solidFill>
              <a:srgbClr val="242C3B"/>
            </a:solidFill>
            <a:prstDash val="solid"/>
          </a:ln>
        </p:spPr>
      </p:sp>
      <p:sp>
        <p:nvSpPr>
          <p:cNvPr id="5" name="!!bar">
            <a:extLst xmlns:a="http://schemas.openxmlformats.org/drawingml/2006/main">
              <a:ext uri="{FF2B5EF4-FFF2-40B4-BE49-F238E27FC236}">
                <a16:creationId xmlns:a16="http://schemas.microsoft.com/office/drawing/2014/main" id="{9CA4D514-F6A8-4327-B4FF-ECDDFE47E6CF}"/>
              </a:ext>
            </a:extLst>
          </p:cNvPr>
          <p:cNvSpPr>
            <a:spLocks xmlns:a="http://schemas.openxmlformats.org/drawingml/2006/main" noGrp="1"/>
          </p:cNvSpPr>
          <p:nvPr/>
        </p:nvSpPr>
        <p:spPr>
          <a:xfrm xmlns:a="http://schemas.openxmlformats.org/drawingml/2006/main">
            <a:off x="822960" y="6446520"/>
            <a:ext cx="10545775" cy="27432"/>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6" name="!!mark">
            <a:extLst xmlns:a="http://schemas.openxmlformats.org/drawingml/2006/main">
              <a:ext uri="{FF2B5EF4-FFF2-40B4-BE49-F238E27FC236}">
                <a16:creationId xmlns:a16="http://schemas.microsoft.com/office/drawing/2014/main" id="{E9A63097-719C-4FF8-BFDA-F5A45B138170}"/>
              </a:ext>
            </a:extLst>
          </p:cNvPr>
          <p:cNvSpPr>
            <a:spLocks xmlns:a="http://schemas.openxmlformats.org/drawingml/2006/main" noGrp="1"/>
          </p:cNvSpPr>
          <p:nvPr/>
        </p:nvSpPr>
        <p:spPr>
          <a:xfrm xmlns:a="http://schemas.openxmlformats.org/drawingml/2006/main" rot="2700000">
            <a:off x="822960" y="548640"/>
            <a:ext cx="137160" cy="137160"/>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7" name="!!kicker">
            <a:extLst xmlns:a="http://schemas.openxmlformats.org/drawingml/2006/main">
              <a:ext uri="{FF2B5EF4-FFF2-40B4-BE49-F238E27FC236}">
                <a16:creationId xmlns:a16="http://schemas.microsoft.com/office/drawing/2014/main" id="{AE9DC88D-AD13-4A21-B1A6-0E92B6651C60}"/>
              </a:ext>
            </a:extLst>
          </p:cNvPr>
          <p:cNvSpPr>
            <a:spLocks xmlns:a="http://schemas.openxmlformats.org/drawingml/2006/main" noGrp="1"/>
          </p:cNvSpPr>
          <p:nvPr/>
        </p:nvSpPr>
        <p:spPr>
          <a:xfrm xmlns:a="http://schemas.openxmlformats.org/drawingml/2006/main">
            <a:off x="1133856" y="457200"/>
            <a:ext cx="6400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spc="400">
                <a:solidFill>
                  <a:srgbClr val="8A94A8"/>
                </a:solidFill>
                <a:latin typeface="Arial"/>
                <a:ea typeface="Arial"/>
                <a:cs typeface="Arial"/>
              </a:rPr>
              <a:t>CONTACT</a:t>
            </a:r>
            <a:endParaRPr sz="900"/>
          </a:p>
        </p:txBody>
      </p:sp>
      <p:sp>
        <p:nvSpPr>
          <p:cNvPr id="8" name="pageno">
            <a:extLst xmlns:a="http://schemas.openxmlformats.org/drawingml/2006/main">
              <a:ext uri="{FF2B5EF4-FFF2-40B4-BE49-F238E27FC236}">
                <a16:creationId xmlns:a16="http://schemas.microsoft.com/office/drawing/2014/main" id="{A281A675-3116-4BA5-A6F2-E8D2D2FE74EC}"/>
              </a:ext>
            </a:extLst>
          </p:cNvPr>
          <p:cNvSpPr>
            <a:spLocks xmlns:a="http://schemas.openxmlformats.org/drawingml/2006/main" noGrp="1"/>
          </p:cNvSpPr>
          <p:nvPr/>
        </p:nvSpPr>
        <p:spPr>
          <a:xfrm xmlns:a="http://schemas.openxmlformats.org/drawingml/2006/main">
            <a:off x="9966960" y="457200"/>
            <a:ext cx="139903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spc="200">
                <a:solidFill>
                  <a:srgbClr val="8A94A8"/>
                </a:solidFill>
                <a:latin typeface="Arial"/>
                <a:ea typeface="Arial"/>
                <a:cs typeface="Arial"/>
              </a:rPr>
              <a:t>20 / 20</a:t>
            </a:r>
            <a:endParaRPr sz="900"/>
          </a:p>
        </p:txBody>
      </p:sp>
      <p:sp>
        <p:nvSpPr>
          <p:cNvPr id="9" name="!!close">
            <a:extLst xmlns:a="http://schemas.openxmlformats.org/drawingml/2006/main">
              <a:ext uri="{FF2B5EF4-FFF2-40B4-BE49-F238E27FC236}">
                <a16:creationId xmlns:a16="http://schemas.microsoft.com/office/drawing/2014/main" id="{0C44578C-FF03-436E-85FA-BA6A0543EDD7}"/>
              </a:ext>
            </a:extLst>
          </p:cNvPr>
          <p:cNvSpPr>
            <a:spLocks xmlns:a="http://schemas.openxmlformats.org/drawingml/2006/main" noGrp="1"/>
          </p:cNvSpPr>
          <p:nvPr/>
        </p:nvSpPr>
        <p:spPr>
          <a:xfrm xmlns:a="http://schemas.openxmlformats.org/drawingml/2006/main">
            <a:off x="822960" y="1078992"/>
            <a:ext cx="54864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b="1">
                <a:solidFill>
                  <a:srgbClr val="EEF2F8"/>
                </a:solidFill>
                <a:latin typeface="Arial"/>
                <a:ea typeface="Arial"/>
                <a:cs typeface="Arial"/>
              </a:rPr>
              <a:t>Thank you</a:t>
            </a:r>
            <a:endParaRPr sz="2400"/>
          </a:p>
        </p:txBody>
      </p:sp>
      <p:sp>
        <p:nvSpPr>
          <p:cNvPr id="10" name="Text 6">
            <a:extLst xmlns:a="http://schemas.openxmlformats.org/drawingml/2006/main">
              <a:ext uri="{FF2B5EF4-FFF2-40B4-BE49-F238E27FC236}">
                <a16:creationId xmlns:a16="http://schemas.microsoft.com/office/drawing/2014/main" id="{6E067D65-9387-48DB-81CA-BFDB3C58EEDC}"/>
              </a:ext>
            </a:extLst>
          </p:cNvPr>
          <p:cNvSpPr>
            <a:spLocks xmlns:a="http://schemas.openxmlformats.org/drawingml/2006/main" noGrp="1"/>
          </p:cNvSpPr>
          <p:nvPr/>
        </p:nvSpPr>
        <p:spPr>
          <a:xfrm xmlns:a="http://schemas.openxmlformats.org/drawingml/2006/main">
            <a:off x="822960" y="2103120"/>
            <a:ext cx="5486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rgbClr val="EEF2F8"/>
                </a:solidFill>
                <a:latin typeface="Arial"/>
                <a:ea typeface="Arial"/>
                <a:cs typeface="Arial"/>
              </a:rPr>
              <a:t>[Your name]</a:t>
            </a:r>
            <a:endParaRPr sz="2200"/>
          </a:p>
        </p:txBody>
      </p:sp>
      <p:sp>
        <p:nvSpPr>
          <p:cNvPr id="11" name="Text 7">
            <a:extLst xmlns:a="http://schemas.openxmlformats.org/drawingml/2006/main">
              <a:ext uri="{FF2B5EF4-FFF2-40B4-BE49-F238E27FC236}">
                <a16:creationId xmlns:a16="http://schemas.microsoft.com/office/drawing/2014/main" id="{6817121A-5D52-47B5-8869-A4446173951E}"/>
              </a:ext>
            </a:extLst>
          </p:cNvPr>
          <p:cNvSpPr>
            <a:spLocks xmlns:a="http://schemas.openxmlformats.org/drawingml/2006/main" noGrp="1"/>
          </p:cNvSpPr>
          <p:nvPr/>
        </p:nvSpPr>
        <p:spPr>
          <a:xfrm xmlns:a="http://schemas.openxmlformats.org/drawingml/2006/main">
            <a:off x="822960" y="2578608"/>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a:solidFill>
                  <a:srgbClr val="8A94A8"/>
                </a:solidFill>
                <a:latin typeface="Arial"/>
                <a:ea typeface="Arial"/>
                <a:cs typeface="Arial"/>
              </a:rPr>
              <a:t>[Role, organisation]</a:t>
            </a:r>
            <a:endParaRPr sz="1350"/>
          </a:p>
        </p:txBody>
      </p:sp>
      <p:sp>
        <p:nvSpPr>
          <p:cNvPr id="12" name="Text 8">
            <a:extLst xmlns:a="http://schemas.openxmlformats.org/drawingml/2006/main">
              <a:ext uri="{FF2B5EF4-FFF2-40B4-BE49-F238E27FC236}">
                <a16:creationId xmlns:a16="http://schemas.microsoft.com/office/drawing/2014/main" id="{16EFB47E-5405-4E78-A3BC-2750DAD05E5E}"/>
              </a:ext>
            </a:extLst>
          </p:cNvPr>
          <p:cNvSpPr>
            <a:spLocks xmlns:a="http://schemas.openxmlformats.org/drawingml/2006/main" noGrp="1"/>
          </p:cNvSpPr>
          <p:nvPr/>
        </p:nvSpPr>
        <p:spPr>
          <a:xfrm xmlns:a="http://schemas.openxmlformats.org/drawingml/2006/main">
            <a:off x="822960" y="3310128"/>
            <a:ext cx="10972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spc="300">
                <a:solidFill>
                  <a:srgbClr val="FF6B35"/>
                </a:solidFill>
                <a:latin typeface="Arial"/>
                <a:ea typeface="Arial"/>
                <a:cs typeface="Arial"/>
              </a:rPr>
              <a:t>EMAIL</a:t>
            </a:r>
            <a:endParaRPr sz="900"/>
          </a:p>
        </p:txBody>
      </p:sp>
      <p:sp>
        <p:nvSpPr>
          <p:cNvPr id="13" name="Text 9">
            <a:extLst xmlns:a="http://schemas.openxmlformats.org/drawingml/2006/main">
              <a:ext uri="{FF2B5EF4-FFF2-40B4-BE49-F238E27FC236}">
                <a16:creationId xmlns:a16="http://schemas.microsoft.com/office/drawing/2014/main" id="{87D88CAB-8EFB-4659-BA92-02EE7410AFAF}"/>
              </a:ext>
            </a:extLst>
          </p:cNvPr>
          <p:cNvSpPr>
            <a:spLocks xmlns:a="http://schemas.openxmlformats.org/drawingml/2006/main" noGrp="1"/>
          </p:cNvSpPr>
          <p:nvPr/>
        </p:nvSpPr>
        <p:spPr>
          <a:xfrm xmlns:a="http://schemas.openxmlformats.org/drawingml/2006/main">
            <a:off x="2057400" y="3310128"/>
            <a:ext cx="40233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a:solidFill>
                  <a:srgbClr val="EEF2F8"/>
                </a:solidFill>
                <a:latin typeface="Arial"/>
                <a:ea typeface="Arial"/>
                <a:cs typeface="Arial"/>
              </a:rPr>
              <a:t>[you@example.com]</a:t>
            </a:r>
            <a:endParaRPr sz="1350"/>
          </a:p>
        </p:txBody>
      </p:sp>
      <p:sp>
        <p:nvSpPr>
          <p:cNvPr id="14" name="Text 10">
            <a:extLst xmlns:a="http://schemas.openxmlformats.org/drawingml/2006/main">
              <a:ext uri="{FF2B5EF4-FFF2-40B4-BE49-F238E27FC236}">
                <a16:creationId xmlns:a16="http://schemas.microsoft.com/office/drawing/2014/main" id="{AD51EFB3-4C9D-49DA-8D08-2AB1B55FA672}"/>
              </a:ext>
            </a:extLst>
          </p:cNvPr>
          <p:cNvSpPr>
            <a:spLocks xmlns:a="http://schemas.openxmlformats.org/drawingml/2006/main" noGrp="1"/>
          </p:cNvSpPr>
          <p:nvPr/>
        </p:nvSpPr>
        <p:spPr>
          <a:xfrm xmlns:a="http://schemas.openxmlformats.org/drawingml/2006/main">
            <a:off x="822960" y="3877056"/>
            <a:ext cx="10972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spc="300">
                <a:solidFill>
                  <a:srgbClr val="FF6B35"/>
                </a:solidFill>
                <a:latin typeface="Arial"/>
                <a:ea typeface="Arial"/>
                <a:cs typeface="Arial"/>
              </a:rPr>
              <a:t>PHONE</a:t>
            </a:r>
            <a:endParaRPr sz="900"/>
          </a:p>
        </p:txBody>
      </p:sp>
      <p:sp>
        <p:nvSpPr>
          <p:cNvPr id="15" name="Text 11">
            <a:extLst xmlns:a="http://schemas.openxmlformats.org/drawingml/2006/main">
              <a:ext uri="{FF2B5EF4-FFF2-40B4-BE49-F238E27FC236}">
                <a16:creationId xmlns:a16="http://schemas.microsoft.com/office/drawing/2014/main" id="{50C6077B-F6B7-4B75-A977-86A8A8E33FEB}"/>
              </a:ext>
            </a:extLst>
          </p:cNvPr>
          <p:cNvSpPr>
            <a:spLocks xmlns:a="http://schemas.openxmlformats.org/drawingml/2006/main" noGrp="1"/>
          </p:cNvSpPr>
          <p:nvPr/>
        </p:nvSpPr>
        <p:spPr>
          <a:xfrm xmlns:a="http://schemas.openxmlformats.org/drawingml/2006/main">
            <a:off x="2057400" y="3877056"/>
            <a:ext cx="40233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a:solidFill>
                  <a:srgbClr val="EEF2F8"/>
                </a:solidFill>
                <a:latin typeface="Arial"/>
                <a:ea typeface="Arial"/>
                <a:cs typeface="Arial"/>
              </a:rPr>
              <a:t>[+00 000 000 000]</a:t>
            </a:r>
            <a:endParaRPr sz="1350"/>
          </a:p>
        </p:txBody>
      </p:sp>
      <p:sp>
        <p:nvSpPr>
          <p:cNvPr id="16" name="Text 12">
            <a:extLst xmlns:a="http://schemas.openxmlformats.org/drawingml/2006/main">
              <a:ext uri="{FF2B5EF4-FFF2-40B4-BE49-F238E27FC236}">
                <a16:creationId xmlns:a16="http://schemas.microsoft.com/office/drawing/2014/main" id="{7572E1B9-AA24-4EFA-84C5-AB10694D97D8}"/>
              </a:ext>
            </a:extLst>
          </p:cNvPr>
          <p:cNvSpPr>
            <a:spLocks xmlns:a="http://schemas.openxmlformats.org/drawingml/2006/main" noGrp="1"/>
          </p:cNvSpPr>
          <p:nvPr/>
        </p:nvSpPr>
        <p:spPr>
          <a:xfrm xmlns:a="http://schemas.openxmlformats.org/drawingml/2006/main">
            <a:off x="822960" y="4443984"/>
            <a:ext cx="10972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spc="300">
                <a:solidFill>
                  <a:srgbClr val="FF6B35"/>
                </a:solidFill>
                <a:latin typeface="Arial"/>
                <a:ea typeface="Arial"/>
                <a:cs typeface="Arial"/>
              </a:rPr>
              <a:t>WEB</a:t>
            </a:r>
            <a:endParaRPr sz="900"/>
          </a:p>
        </p:txBody>
      </p:sp>
      <p:sp>
        <p:nvSpPr>
          <p:cNvPr id="17" name="Text 13">
            <a:extLst xmlns:a="http://schemas.openxmlformats.org/drawingml/2006/main">
              <a:ext uri="{FF2B5EF4-FFF2-40B4-BE49-F238E27FC236}">
                <a16:creationId xmlns:a16="http://schemas.microsoft.com/office/drawing/2014/main" id="{D4676CA1-1F34-4B4F-9A57-D0D20E1CDD8B}"/>
              </a:ext>
            </a:extLst>
          </p:cNvPr>
          <p:cNvSpPr>
            <a:spLocks xmlns:a="http://schemas.openxmlformats.org/drawingml/2006/main" noGrp="1"/>
          </p:cNvSpPr>
          <p:nvPr/>
        </p:nvSpPr>
        <p:spPr>
          <a:xfrm xmlns:a="http://schemas.openxmlformats.org/drawingml/2006/main">
            <a:off x="2057400" y="4443984"/>
            <a:ext cx="40233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a:solidFill>
                  <a:srgbClr val="EEF2F8"/>
                </a:solidFill>
                <a:latin typeface="Arial"/>
                <a:ea typeface="Arial"/>
                <a:cs typeface="Arial"/>
              </a:rPr>
              <a:t>[www.example.com]</a:t>
            </a:r>
            <a:endParaRPr sz="1350"/>
          </a:p>
        </p:txBody>
      </p:sp>
      <p:sp>
        <p:nvSpPr>
          <p:cNvPr id="18" name="!!tileA">
            <a:extLst xmlns:a="http://schemas.openxmlformats.org/drawingml/2006/main">
              <a:ext uri="{FF2B5EF4-FFF2-40B4-BE49-F238E27FC236}">
                <a16:creationId xmlns:a16="http://schemas.microsoft.com/office/drawing/2014/main" id="{C18FEC0D-A0F0-4872-928C-26E80AAAFA41}"/>
              </a:ext>
            </a:extLst>
          </p:cNvPr>
          <p:cNvSpPr>
            <a:spLocks xmlns:a="http://schemas.openxmlformats.org/drawingml/2006/main" noGrp="1"/>
          </p:cNvSpPr>
          <p:nvPr/>
        </p:nvSpPr>
        <p:spPr>
          <a:xfrm xmlns:a="http://schemas.openxmlformats.org/drawingml/2006/main">
            <a:off x="6766560" y="2103120"/>
            <a:ext cx="4599432" cy="3017520"/>
          </a:xfrm>
          <a:prstGeom xmlns:a="http://schemas.openxmlformats.org/drawingml/2006/main" prst="roundRect">
            <a:avLst>
              <a:gd name="adj" fmla="val 3636"/>
            </a:avLst>
          </a:prstGeom>
          <a:solidFill xmlns:a="http://schemas.openxmlformats.org/drawingml/2006/main">
            <a:srgbClr val="151A24">
              <a:alpha val="88000"/>
            </a:srgbClr>
          </a:solidFill>
          <a:ln xmlns:a="http://schemas.openxmlformats.org/drawingml/2006/main" w="12700">
            <a:solidFill>
              <a:srgbClr val="242C3B"/>
            </a:solidFill>
            <a:prstDash val="solid"/>
          </a:ln>
        </p:spPr>
      </p:sp>
      <p:sp>
        <p:nvSpPr>
          <p:cNvPr id="19" name="Text 15">
            <a:extLst xmlns:a="http://schemas.openxmlformats.org/drawingml/2006/main">
              <a:ext uri="{FF2B5EF4-FFF2-40B4-BE49-F238E27FC236}">
                <a16:creationId xmlns:a16="http://schemas.microsoft.com/office/drawing/2014/main" id="{89C39FC2-C6B5-40DD-B520-95C590391432}"/>
              </a:ext>
            </a:extLst>
          </p:cNvPr>
          <p:cNvSpPr>
            <a:spLocks xmlns:a="http://schemas.openxmlformats.org/drawingml/2006/main" noGrp="1"/>
          </p:cNvSpPr>
          <p:nvPr/>
        </p:nvSpPr>
        <p:spPr>
          <a:xfrm xmlns:a="http://schemas.openxmlformats.org/drawingml/2006/main">
            <a:off x="7150608" y="3063240"/>
            <a:ext cx="3831336"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2100"/>
              </a:lnSpc>
              <a:buNone/>
            </a:pPr>
            <a:r>
              <a:rPr sz="1300">
                <a:solidFill>
                  <a:srgbClr val="8A94A8"/>
                </a:solidFill>
                <a:latin typeface="Arial"/>
                <a:ea typeface="Arial"/>
                <a:cs typeface="Arial"/>
              </a:rPr>
              <a:t>[Drop your QR code, logo</a:t>
            </a:r>
            <a:endParaRPr sz="1300"/>
          </a:p>
          <a:p xmlns:a="http://schemas.openxmlformats.org/drawingml/2006/main">
            <a:pPr marL="0" indent="0" algn="ctr">
              <a:lnSpc>
                <a:spcPts val="2100"/>
              </a:lnSpc>
              <a:buNone/>
            </a:pPr>
            <a:r>
              <a:rPr sz="1300">
                <a:solidFill>
                  <a:srgbClr val="8A94A8"/>
                </a:solidFill>
                <a:latin typeface="Arial"/>
                <a:ea typeface="Arial"/>
                <a:cs typeface="Arial"/>
              </a:rPr>
              <a:t>or one closing image here]</a:t>
            </a:r>
            <a:endParaRPr sz="1300"/>
          </a:p>
        </p:txBody>
      </p:sp>
      <p:sp>
        <p:nvSpPr>
          <p:cNvPr id="20" name="anim_cta">
            <a:extLst xmlns:a="http://schemas.openxmlformats.org/drawingml/2006/main">
              <a:ext uri="{FF2B5EF4-FFF2-40B4-BE49-F238E27FC236}">
                <a16:creationId xmlns:a16="http://schemas.microsoft.com/office/drawing/2014/main" id="{F90ED3AC-CDE1-4757-9B78-B2CDD429CA45}"/>
              </a:ext>
            </a:extLst>
          </p:cNvPr>
          <p:cNvSpPr>
            <a:spLocks xmlns:a="http://schemas.openxmlformats.org/drawingml/2006/main" noGrp="1"/>
          </p:cNvSpPr>
          <p:nvPr/>
        </p:nvSpPr>
        <p:spPr>
          <a:xfrm xmlns:a="http://schemas.openxmlformats.org/drawingml/2006/main">
            <a:off x="822960" y="5486400"/>
            <a:ext cx="8686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FF6B35"/>
                </a:solidFill>
                <a:latin typeface="Arial"/>
                <a:ea typeface="Arial"/>
                <a:cs typeface="Arial"/>
              </a:rPr>
              <a:t>[The one action you want from this room, and the date you want it by.]</a:t>
            </a:r>
            <a:endParaRPr sz="1500"/>
          </a:p>
        </p:txBody>
      </p:sp>
    </p:spTree>
    <p:extLst>
      <p:ext uri="{BB962C8B-B14F-4D97-AF65-F5344CB8AC3E}">
        <p14:creationId xmlns:p14="http://schemas.microsoft.com/office/powerpoint/2010/main" val="1819137758"/>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2026-08-19T22:32:11.6090000Z</dcterms:created>
  <dcterms:modified xsi:type="dcterms:W3CDTF">2026-08-19T22:32:11.6090000Z</dcterms:modified>
</coreProperties>
</file>